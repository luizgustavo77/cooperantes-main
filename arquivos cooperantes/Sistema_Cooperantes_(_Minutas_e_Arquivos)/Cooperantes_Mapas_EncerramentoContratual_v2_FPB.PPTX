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Override PartName="/ppt/tags/tag2.xml" ContentType="application/vnd.openxmlformats-officedocument.presentationml.tags+xml"/>
  <Override PartName="/ppt/diagrams/quickStyle1.xml" ContentType="application/vnd.openxmlformats-officedocument.drawingml.diagramStyle+xml"/>
  <Override PartName="/ppt/tags/tag3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1" r:id="rId2"/>
    <p:sldId id="280" r:id="rId3"/>
  </p:sldIdLst>
  <p:sldSz cx="9144000" cy="6858000" type="screen4x3"/>
  <p:notesSz cx="7010400" cy="92964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29" autoAdjust="0"/>
    <p:restoredTop sz="93548" autoAdjust="0"/>
  </p:normalViewPr>
  <p:slideViewPr>
    <p:cSldViewPr>
      <p:cViewPr>
        <p:scale>
          <a:sx n="50" d="100"/>
          <a:sy n="50" d="100"/>
        </p:scale>
        <p:origin x="-2532" y="-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5C15EC-D2C3-441A-86AE-06DAA45F5D06}" type="doc">
      <dgm:prSet loTypeId="urn:microsoft.com/office/officeart/2005/8/layout/orgChart1" loCatId="hierarchy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B516FB12-5E74-4407-81A6-164CCBFE5A62}">
      <dgm:prSet phldrT="[Text]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smtClean="0"/>
            <a:t>Com </a:t>
          </a:r>
          <a:r>
            <a:rPr lang="en-US" b="1" dirty="0" err="1" smtClean="0"/>
            <a:t>Indenização</a:t>
          </a:r>
          <a:endParaRPr lang="en-US" b="1" dirty="0"/>
        </a:p>
      </dgm:t>
    </dgm:pt>
    <dgm:pt modelId="{B74292B1-7D3C-4C02-AF70-40B4DE3443C2}" type="parTrans" cxnId="{D8F6A6E5-43F8-4360-A2A8-2B779F1EB8B6}">
      <dgm:prSet/>
      <dgm:spPr/>
      <dgm:t>
        <a:bodyPr/>
        <a:lstStyle/>
        <a:p>
          <a:endParaRPr lang="en-US" b="1"/>
        </a:p>
      </dgm:t>
    </dgm:pt>
    <dgm:pt modelId="{24DB0D44-D0E0-4363-9AE6-CF1425395AAF}" type="sibTrans" cxnId="{D8F6A6E5-43F8-4360-A2A8-2B779F1EB8B6}">
      <dgm:prSet/>
      <dgm:spPr/>
      <dgm:t>
        <a:bodyPr/>
        <a:lstStyle/>
        <a:p>
          <a:endParaRPr lang="en-US" b="1"/>
        </a:p>
      </dgm:t>
    </dgm:pt>
    <dgm:pt modelId="{DA6D9A12-CFB7-4446-85E4-3D38CA6CDFBE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Com </a:t>
          </a:r>
          <a:r>
            <a:rPr lang="en-US" b="1" dirty="0" err="1" smtClean="0"/>
            <a:t>Plantio</a:t>
          </a:r>
          <a:endParaRPr lang="en-US" b="1" dirty="0"/>
        </a:p>
      </dgm:t>
    </dgm:pt>
    <dgm:pt modelId="{153CF989-02A6-4C4C-979B-38E477CD12EB}" type="parTrans" cxnId="{A44CD6B4-FE5A-4ED3-B32E-408D28ACD8EE}">
      <dgm:prSet/>
      <dgm:spPr/>
      <dgm:t>
        <a:bodyPr/>
        <a:lstStyle/>
        <a:p>
          <a:endParaRPr lang="en-US" b="1"/>
        </a:p>
      </dgm:t>
    </dgm:pt>
    <dgm:pt modelId="{0EE10F6C-5F5B-4F42-A24B-D81DD14B0F67}" type="sibTrans" cxnId="{A44CD6B4-FE5A-4ED3-B32E-408D28ACD8EE}">
      <dgm:prSet/>
      <dgm:spPr/>
      <dgm:t>
        <a:bodyPr/>
        <a:lstStyle/>
        <a:p>
          <a:endParaRPr lang="en-US" b="1"/>
        </a:p>
      </dgm:t>
    </dgm:pt>
    <dgm:pt modelId="{67625EF3-0923-405C-BDE5-CB1175112101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Sem</a:t>
          </a:r>
          <a:r>
            <a:rPr lang="en-US" b="1" dirty="0" smtClean="0"/>
            <a:t> </a:t>
          </a:r>
          <a:r>
            <a:rPr lang="en-US" b="1" dirty="0" err="1" smtClean="0"/>
            <a:t>Plantio</a:t>
          </a:r>
          <a:endParaRPr lang="en-US" b="1" dirty="0"/>
        </a:p>
      </dgm:t>
    </dgm:pt>
    <dgm:pt modelId="{E4B55EF1-38B9-4270-B044-C7E370825075}" type="parTrans" cxnId="{E7C916EA-DEA2-4AEE-8395-12381678E5C0}">
      <dgm:prSet/>
      <dgm:spPr/>
      <dgm:t>
        <a:bodyPr/>
        <a:lstStyle/>
        <a:p>
          <a:endParaRPr lang="en-US" b="1"/>
        </a:p>
      </dgm:t>
    </dgm:pt>
    <dgm:pt modelId="{6FCEF2A3-5E04-4CEF-9808-0FAFBC5FADEC}" type="sibTrans" cxnId="{E7C916EA-DEA2-4AEE-8395-12381678E5C0}">
      <dgm:prSet/>
      <dgm:spPr/>
      <dgm:t>
        <a:bodyPr/>
        <a:lstStyle/>
        <a:p>
          <a:endParaRPr lang="en-US" b="1"/>
        </a:p>
      </dgm:t>
    </dgm:pt>
    <dgm:pt modelId="{D0744AEA-DBB6-4630-B9F1-C5B61931DB64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Sem</a:t>
          </a:r>
          <a:r>
            <a:rPr lang="en-US" b="1" dirty="0" smtClean="0"/>
            <a:t> </a:t>
          </a:r>
          <a:r>
            <a:rPr lang="en-US" b="1" dirty="0" err="1" smtClean="0"/>
            <a:t>Indenização</a:t>
          </a:r>
          <a:endParaRPr lang="en-US" b="1" dirty="0"/>
        </a:p>
      </dgm:t>
    </dgm:pt>
    <dgm:pt modelId="{DE4CFDC4-A3CA-4FA4-B5EA-747D4103A255}" type="parTrans" cxnId="{04F8CF3A-E421-4E24-A1FF-31125BD6ACF7}">
      <dgm:prSet/>
      <dgm:spPr/>
      <dgm:t>
        <a:bodyPr/>
        <a:lstStyle/>
        <a:p>
          <a:endParaRPr lang="en-US" b="1"/>
        </a:p>
      </dgm:t>
    </dgm:pt>
    <dgm:pt modelId="{603B0E7B-3289-49C8-85DE-9D14CE0F08CD}" type="sibTrans" cxnId="{04F8CF3A-E421-4E24-A1FF-31125BD6ACF7}">
      <dgm:prSet/>
      <dgm:spPr/>
      <dgm:t>
        <a:bodyPr/>
        <a:lstStyle/>
        <a:p>
          <a:endParaRPr lang="en-US" b="1"/>
        </a:p>
      </dgm:t>
    </dgm:pt>
    <dgm:pt modelId="{ED2BC7C9-0241-4575-BC08-E6C838D1E8A5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Com </a:t>
          </a:r>
          <a:r>
            <a:rPr lang="en-US" b="1" dirty="0" err="1" smtClean="0"/>
            <a:t>Plantio</a:t>
          </a:r>
          <a:endParaRPr lang="en-US" b="1" dirty="0"/>
        </a:p>
      </dgm:t>
    </dgm:pt>
    <dgm:pt modelId="{E8FAD232-378F-4968-9BAC-184140C94B3D}" type="parTrans" cxnId="{34008DB9-F05F-4100-9548-A483F25055ED}">
      <dgm:prSet/>
      <dgm:spPr/>
      <dgm:t>
        <a:bodyPr/>
        <a:lstStyle/>
        <a:p>
          <a:endParaRPr lang="en-US" b="1"/>
        </a:p>
      </dgm:t>
    </dgm:pt>
    <dgm:pt modelId="{80C09FA8-6193-440B-94B6-D648021ADEB9}" type="sibTrans" cxnId="{34008DB9-F05F-4100-9548-A483F25055ED}">
      <dgm:prSet/>
      <dgm:spPr/>
      <dgm:t>
        <a:bodyPr/>
        <a:lstStyle/>
        <a:p>
          <a:endParaRPr lang="en-US" b="1"/>
        </a:p>
      </dgm:t>
    </dgm:pt>
    <dgm:pt modelId="{424D21C5-A5D6-4C1D-B2CD-3159698E801A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Plantio</a:t>
          </a:r>
          <a:r>
            <a:rPr lang="en-US" b="1" dirty="0" smtClean="0"/>
            <a:t> </a:t>
          </a:r>
          <a:r>
            <a:rPr lang="en-US" b="1" dirty="0" err="1" smtClean="0"/>
            <a:t>Parcial</a:t>
          </a:r>
          <a:endParaRPr lang="en-US" b="1" dirty="0"/>
        </a:p>
      </dgm:t>
    </dgm:pt>
    <dgm:pt modelId="{67D30CE7-8F0C-4547-A758-7D56A321342F}" type="parTrans" cxnId="{C78FB078-CBD1-43B9-A728-47128B00B3DB}">
      <dgm:prSet/>
      <dgm:spPr/>
      <dgm:t>
        <a:bodyPr/>
        <a:lstStyle/>
        <a:p>
          <a:endParaRPr lang="en-US" b="1"/>
        </a:p>
      </dgm:t>
    </dgm:pt>
    <dgm:pt modelId="{09C498AD-F2EF-4CAC-A771-B9BB7BC3D7D1}" type="sibTrans" cxnId="{C78FB078-CBD1-43B9-A728-47128B00B3DB}">
      <dgm:prSet/>
      <dgm:spPr/>
      <dgm:t>
        <a:bodyPr/>
        <a:lstStyle/>
        <a:p>
          <a:endParaRPr lang="en-US" b="1"/>
        </a:p>
      </dgm:t>
    </dgm:pt>
    <dgm:pt modelId="{D102DCB2-AEE7-4EA5-A251-116AFFDED0B5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Plantio</a:t>
          </a:r>
          <a:r>
            <a:rPr lang="en-US" b="1" dirty="0" smtClean="0"/>
            <a:t> Integral</a:t>
          </a:r>
          <a:endParaRPr lang="en-US" b="1" dirty="0"/>
        </a:p>
      </dgm:t>
    </dgm:pt>
    <dgm:pt modelId="{8BB20D8E-B00D-49BD-9354-B319763C074F}" type="parTrans" cxnId="{1E0CA4B5-8563-4953-8869-9C29DE4A8BEA}">
      <dgm:prSet/>
      <dgm:spPr/>
      <dgm:t>
        <a:bodyPr/>
        <a:lstStyle/>
        <a:p>
          <a:endParaRPr lang="en-US" b="1"/>
        </a:p>
      </dgm:t>
    </dgm:pt>
    <dgm:pt modelId="{7F35142C-1537-445E-BDF2-B79027E950A3}" type="sibTrans" cxnId="{1E0CA4B5-8563-4953-8869-9C29DE4A8BEA}">
      <dgm:prSet/>
      <dgm:spPr/>
      <dgm:t>
        <a:bodyPr/>
        <a:lstStyle/>
        <a:p>
          <a:endParaRPr lang="en-US" b="1"/>
        </a:p>
      </dgm:t>
    </dgm:pt>
    <dgm:pt modelId="{CEBC95E9-EABC-491F-975C-8398CFCAE0F2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Plantio</a:t>
          </a:r>
          <a:r>
            <a:rPr lang="en-US" b="1" dirty="0" smtClean="0"/>
            <a:t> Integral</a:t>
          </a:r>
          <a:endParaRPr lang="en-US" b="1" dirty="0"/>
        </a:p>
      </dgm:t>
    </dgm:pt>
    <dgm:pt modelId="{F762CB31-B450-4FEA-9912-FC4D5D8D01F3}" type="parTrans" cxnId="{E3E73984-C38D-419C-86B7-9C300A8BF61C}">
      <dgm:prSet/>
      <dgm:spPr/>
      <dgm:t>
        <a:bodyPr/>
        <a:lstStyle/>
        <a:p>
          <a:endParaRPr lang="en-US" b="1"/>
        </a:p>
      </dgm:t>
    </dgm:pt>
    <dgm:pt modelId="{BE9F4F84-545B-43F9-A40E-51B293CA0097}" type="sibTrans" cxnId="{E3E73984-C38D-419C-86B7-9C300A8BF61C}">
      <dgm:prSet/>
      <dgm:spPr/>
      <dgm:t>
        <a:bodyPr/>
        <a:lstStyle/>
        <a:p>
          <a:endParaRPr lang="en-US" b="1"/>
        </a:p>
      </dgm:t>
    </dgm:pt>
    <dgm:pt modelId="{1601C2FE-B6E4-467E-A099-00E53C2B61E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Plantio</a:t>
          </a:r>
          <a:r>
            <a:rPr lang="en-US" b="1" dirty="0" smtClean="0"/>
            <a:t> </a:t>
          </a:r>
          <a:r>
            <a:rPr lang="en-US" b="1" dirty="0" err="1" smtClean="0"/>
            <a:t>Parcial</a:t>
          </a:r>
          <a:endParaRPr lang="en-US" b="1" dirty="0"/>
        </a:p>
      </dgm:t>
    </dgm:pt>
    <dgm:pt modelId="{68F3FD88-2670-4BE8-A7EB-CEF2070A6607}" type="parTrans" cxnId="{20ECD0E5-CF92-4623-AE0B-94DEA1319B60}">
      <dgm:prSet/>
      <dgm:spPr/>
      <dgm:t>
        <a:bodyPr/>
        <a:lstStyle/>
        <a:p>
          <a:endParaRPr lang="en-US"/>
        </a:p>
      </dgm:t>
    </dgm:pt>
    <dgm:pt modelId="{43E3D65F-C1D5-480C-BC19-7B460AFFFD51}" type="sibTrans" cxnId="{20ECD0E5-CF92-4623-AE0B-94DEA1319B60}">
      <dgm:prSet/>
      <dgm:spPr/>
      <dgm:t>
        <a:bodyPr/>
        <a:lstStyle/>
        <a:p>
          <a:endParaRPr lang="en-US"/>
        </a:p>
      </dgm:t>
    </dgm:pt>
    <dgm:pt modelId="{55883F51-CDA4-41F8-9582-31C3C2A45330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Distrato</a:t>
          </a:r>
          <a:r>
            <a:rPr lang="en-US" b="1" dirty="0" smtClean="0"/>
            <a:t> c/ </a:t>
          </a:r>
          <a:r>
            <a:rPr lang="en-US" b="1" dirty="0" err="1" smtClean="0"/>
            <a:t>plantio</a:t>
          </a:r>
          <a:r>
            <a:rPr lang="en-US" b="1" dirty="0" smtClean="0"/>
            <a:t> e s/ </a:t>
          </a:r>
          <a:r>
            <a:rPr lang="en-US" b="1" dirty="0" err="1" smtClean="0"/>
            <a:t>indenização</a:t>
          </a:r>
          <a:endParaRPr lang="en-US" b="1" dirty="0"/>
        </a:p>
      </dgm:t>
    </dgm:pt>
    <dgm:pt modelId="{AFF2D848-B219-468C-A82E-47174A95FDC2}" type="parTrans" cxnId="{9AD7D771-B1E0-4F8D-97B1-2BBA4734B070}">
      <dgm:prSet/>
      <dgm:spPr/>
      <dgm:t>
        <a:bodyPr/>
        <a:lstStyle/>
        <a:p>
          <a:endParaRPr lang="en-US"/>
        </a:p>
      </dgm:t>
    </dgm:pt>
    <dgm:pt modelId="{F9F90274-8E69-4CB9-99AF-784EB48D64D3}" type="sibTrans" cxnId="{9AD7D771-B1E0-4F8D-97B1-2BBA4734B070}">
      <dgm:prSet/>
      <dgm:spPr/>
      <dgm:t>
        <a:bodyPr/>
        <a:lstStyle/>
        <a:p>
          <a:endParaRPr lang="en-US"/>
        </a:p>
      </dgm:t>
    </dgm:pt>
    <dgm:pt modelId="{FC77110C-A5C6-4D00-8EB7-B72C96DD7D7F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Distrato</a:t>
          </a:r>
          <a:r>
            <a:rPr lang="en-US" b="1" dirty="0" smtClean="0"/>
            <a:t> c/ </a:t>
          </a:r>
          <a:r>
            <a:rPr lang="en-US" b="1" dirty="0" err="1" smtClean="0"/>
            <a:t>plantio</a:t>
          </a:r>
          <a:r>
            <a:rPr lang="en-US" b="1" dirty="0" smtClean="0"/>
            <a:t> </a:t>
          </a:r>
          <a:r>
            <a:rPr lang="en-US" b="1" dirty="0" err="1" smtClean="0"/>
            <a:t>parcial</a:t>
          </a:r>
          <a:r>
            <a:rPr lang="en-US" b="1" dirty="0" smtClean="0"/>
            <a:t>, s/ </a:t>
          </a:r>
          <a:r>
            <a:rPr lang="en-US" b="1" dirty="0" err="1" smtClean="0"/>
            <a:t>indenização</a:t>
          </a:r>
          <a:r>
            <a:rPr lang="en-US" b="1" dirty="0" smtClean="0"/>
            <a:t>  e c/ </a:t>
          </a:r>
          <a:r>
            <a:rPr lang="en-US" b="1" dirty="0" err="1" smtClean="0"/>
            <a:t>devolução</a:t>
          </a:r>
          <a:r>
            <a:rPr lang="en-US" b="1" dirty="0" smtClean="0"/>
            <a:t> </a:t>
          </a:r>
          <a:r>
            <a:rPr lang="en-US" b="1" dirty="0" err="1" smtClean="0"/>
            <a:t>parcial</a:t>
          </a:r>
          <a:r>
            <a:rPr lang="en-US" b="1" dirty="0" smtClean="0"/>
            <a:t> do 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utilizado</a:t>
          </a:r>
          <a:endParaRPr lang="en-US" b="1" dirty="0"/>
        </a:p>
      </dgm:t>
    </dgm:pt>
    <dgm:pt modelId="{40E83873-EB8B-46E5-AE5B-F51E02C2C9CE}" type="parTrans" cxnId="{256FF7B8-580A-4953-AE2B-4CD13470B0BF}">
      <dgm:prSet/>
      <dgm:spPr/>
      <dgm:t>
        <a:bodyPr/>
        <a:lstStyle/>
        <a:p>
          <a:endParaRPr lang="en-US"/>
        </a:p>
      </dgm:t>
    </dgm:pt>
    <dgm:pt modelId="{1356610D-A386-4E43-817C-FE4F0B55B3C8}" type="sibTrans" cxnId="{256FF7B8-580A-4953-AE2B-4CD13470B0BF}">
      <dgm:prSet/>
      <dgm:spPr/>
      <dgm:t>
        <a:bodyPr/>
        <a:lstStyle/>
        <a:p>
          <a:endParaRPr lang="en-US"/>
        </a:p>
      </dgm:t>
    </dgm:pt>
    <dgm:pt modelId="{D547A4CD-19B5-46E1-BF07-669C7C04BB81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Entregue</a:t>
          </a:r>
          <a:endParaRPr lang="en-US" b="1" dirty="0"/>
        </a:p>
      </dgm:t>
    </dgm:pt>
    <dgm:pt modelId="{363482C4-41E7-4AB4-9E8B-4155385EE0A1}" type="parTrans" cxnId="{9BF9BB93-FA0B-47B9-84A4-05482B5A62C1}">
      <dgm:prSet/>
      <dgm:spPr/>
      <dgm:t>
        <a:bodyPr/>
        <a:lstStyle/>
        <a:p>
          <a:endParaRPr lang="en-US"/>
        </a:p>
      </dgm:t>
    </dgm:pt>
    <dgm:pt modelId="{A24C6B24-C60C-4108-8B22-F4883CB05786}" type="sibTrans" cxnId="{9BF9BB93-FA0B-47B9-84A4-05482B5A62C1}">
      <dgm:prSet/>
      <dgm:spPr/>
      <dgm:t>
        <a:bodyPr/>
        <a:lstStyle/>
        <a:p>
          <a:endParaRPr lang="en-US"/>
        </a:p>
      </dgm:t>
    </dgm:pt>
    <dgm:pt modelId="{578C7B0B-769F-4958-AEC3-66A21C996B3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Sem</a:t>
          </a:r>
          <a:r>
            <a:rPr lang="en-US" b="1" dirty="0" smtClean="0"/>
            <a:t> </a:t>
          </a:r>
          <a:r>
            <a:rPr lang="en-US" b="1" dirty="0" err="1" smtClean="0"/>
            <a:t>Plantio</a:t>
          </a:r>
          <a:endParaRPr lang="en-US" b="1" dirty="0"/>
        </a:p>
      </dgm:t>
    </dgm:pt>
    <dgm:pt modelId="{3A6E0CF4-849E-4C94-9929-91AFB0FF603C}" type="parTrans" cxnId="{2E7CB6FC-628D-4E67-B796-31CABE219124}">
      <dgm:prSet/>
      <dgm:spPr/>
      <dgm:t>
        <a:bodyPr/>
        <a:lstStyle/>
        <a:p>
          <a:endParaRPr lang="en-US"/>
        </a:p>
      </dgm:t>
    </dgm:pt>
    <dgm:pt modelId="{82DEA62F-20A4-46B1-8489-982701EB4D23}" type="sibTrans" cxnId="{2E7CB6FC-628D-4E67-B796-31CABE219124}">
      <dgm:prSet/>
      <dgm:spPr/>
      <dgm:t>
        <a:bodyPr/>
        <a:lstStyle/>
        <a:p>
          <a:endParaRPr lang="en-US"/>
        </a:p>
      </dgm:t>
    </dgm:pt>
    <dgm:pt modelId="{C13BF55D-387A-4215-A7F5-2613A2738F26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57BA2206-467C-40D3-BF39-1DCADAC8927B}" type="parTrans" cxnId="{4BBBADC3-53C8-49BE-AAEB-003FC1F61DFA}">
      <dgm:prSet/>
      <dgm:spPr/>
      <dgm:t>
        <a:bodyPr/>
        <a:lstStyle/>
        <a:p>
          <a:endParaRPr lang="en-US"/>
        </a:p>
      </dgm:t>
    </dgm:pt>
    <dgm:pt modelId="{16BDA270-9360-4DD0-A84F-A56C480E1808}" type="sibTrans" cxnId="{4BBBADC3-53C8-49BE-AAEB-003FC1F61DFA}">
      <dgm:prSet/>
      <dgm:spPr/>
      <dgm:t>
        <a:bodyPr/>
        <a:lstStyle/>
        <a:p>
          <a:endParaRPr lang="en-US"/>
        </a:p>
      </dgm:t>
    </dgm:pt>
    <dgm:pt modelId="{B0E4116D-1C75-489F-B75A-CF8380721E94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Entregue</a:t>
          </a:r>
          <a:endParaRPr lang="en-US" b="1" dirty="0"/>
        </a:p>
      </dgm:t>
    </dgm:pt>
    <dgm:pt modelId="{5AD3B31E-0824-4EF3-8BD8-F9ECDCA70DDB}" type="parTrans" cxnId="{6CFCAEE4-A23C-45D5-A633-8F3F0ED8668A}">
      <dgm:prSet/>
      <dgm:spPr/>
      <dgm:t>
        <a:bodyPr/>
        <a:lstStyle/>
        <a:p>
          <a:endParaRPr lang="en-US"/>
        </a:p>
      </dgm:t>
    </dgm:pt>
    <dgm:pt modelId="{32C36115-795B-4CE8-A52B-A99A22BC4CE3}" type="sibTrans" cxnId="{6CFCAEE4-A23C-45D5-A633-8F3F0ED8668A}">
      <dgm:prSet/>
      <dgm:spPr/>
      <dgm:t>
        <a:bodyPr/>
        <a:lstStyle/>
        <a:p>
          <a:endParaRPr lang="en-US"/>
        </a:p>
      </dgm:t>
    </dgm:pt>
    <dgm:pt modelId="{03B43D4E-D198-4509-9206-811DE47ADF51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Distrato</a:t>
          </a:r>
          <a:r>
            <a:rPr lang="en-US" b="1" dirty="0" smtClean="0"/>
            <a:t> s/ </a:t>
          </a:r>
          <a:r>
            <a:rPr lang="en-US" b="1" dirty="0" err="1" smtClean="0"/>
            <a:t>plantio</a:t>
          </a:r>
          <a:r>
            <a:rPr lang="en-US" b="1" dirty="0" smtClean="0"/>
            <a:t> , s/ </a:t>
          </a:r>
          <a:r>
            <a:rPr lang="en-US" b="1" dirty="0" err="1" smtClean="0"/>
            <a:t>indenização</a:t>
          </a:r>
          <a:r>
            <a:rPr lang="en-US" b="1" dirty="0" smtClean="0"/>
            <a:t> e s/ </a:t>
          </a:r>
          <a:r>
            <a:rPr lang="en-US" b="1" dirty="0" err="1" smtClean="0"/>
            <a:t>devolução</a:t>
          </a:r>
          <a:r>
            <a:rPr lang="en-US" b="1" dirty="0" smtClean="0"/>
            <a:t> de material</a:t>
          </a:r>
          <a:endParaRPr lang="en-US" b="1" dirty="0"/>
        </a:p>
      </dgm:t>
    </dgm:pt>
    <dgm:pt modelId="{1C34D31E-4CD3-4959-81A7-E3AB97DCF256}" type="parTrans" cxnId="{780D0FBF-3EE5-4DC9-916A-718CA0BDAAC3}">
      <dgm:prSet/>
      <dgm:spPr/>
      <dgm:t>
        <a:bodyPr/>
        <a:lstStyle/>
        <a:p>
          <a:endParaRPr lang="en-US"/>
        </a:p>
      </dgm:t>
    </dgm:pt>
    <dgm:pt modelId="{AC24D949-967E-4328-8B2E-DBE6482306F0}" type="sibTrans" cxnId="{780D0FBF-3EE5-4DC9-916A-718CA0BDAAC3}">
      <dgm:prSet/>
      <dgm:spPr/>
      <dgm:t>
        <a:bodyPr/>
        <a:lstStyle/>
        <a:p>
          <a:endParaRPr lang="en-US"/>
        </a:p>
      </dgm:t>
    </dgm:pt>
    <dgm:pt modelId="{CA93E8CE-8529-4A68-BF50-032E6A94145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Devolução</a:t>
          </a:r>
          <a:r>
            <a:rPr lang="en-US" b="1" dirty="0" smtClean="0"/>
            <a:t> do 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utilizado</a:t>
          </a:r>
          <a:endParaRPr lang="en-US" b="1" dirty="0"/>
        </a:p>
      </dgm:t>
    </dgm:pt>
    <dgm:pt modelId="{A2F7C6A0-C649-445E-A446-563D1EEC9264}" type="parTrans" cxnId="{F0137A27-9894-4F55-A9B4-E4EB7511ECA8}">
      <dgm:prSet/>
      <dgm:spPr/>
      <dgm:t>
        <a:bodyPr/>
        <a:lstStyle/>
        <a:p>
          <a:endParaRPr lang="en-US"/>
        </a:p>
      </dgm:t>
    </dgm:pt>
    <dgm:pt modelId="{FE61A44C-31FE-42F3-858E-A65253CF9DBF}" type="sibTrans" cxnId="{F0137A27-9894-4F55-A9B4-E4EB7511ECA8}">
      <dgm:prSet/>
      <dgm:spPr/>
      <dgm:t>
        <a:bodyPr/>
        <a:lstStyle/>
        <a:p>
          <a:endParaRPr lang="en-US"/>
        </a:p>
      </dgm:t>
    </dgm:pt>
    <dgm:pt modelId="{5BB72F2B-A30E-4986-AD4E-E7CDFE0CC595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432E0418-AE8C-4DFE-A138-7EA0584ADE2B}" type="parTrans" cxnId="{FE63A089-17CF-40DC-B9DF-F3C494DFFD2D}">
      <dgm:prSet/>
      <dgm:spPr/>
      <dgm:t>
        <a:bodyPr/>
        <a:lstStyle/>
        <a:p>
          <a:endParaRPr lang="en-US"/>
        </a:p>
      </dgm:t>
    </dgm:pt>
    <dgm:pt modelId="{AFFD0AE2-E129-4B4D-B466-7AC043425F12}" type="sibTrans" cxnId="{FE63A089-17CF-40DC-B9DF-F3C494DFFD2D}">
      <dgm:prSet/>
      <dgm:spPr/>
      <dgm:t>
        <a:bodyPr/>
        <a:lstStyle/>
        <a:p>
          <a:endParaRPr lang="en-US"/>
        </a:p>
      </dgm:t>
    </dgm:pt>
    <dgm:pt modelId="{38349848-F363-4D6E-AB10-14092A1D58E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513DC103-1661-4CDA-839F-2B822A4DD0F0}" type="parTrans" cxnId="{FE8B4BC9-476C-459C-9279-282A6BAAA0BB}">
      <dgm:prSet/>
      <dgm:spPr/>
      <dgm:t>
        <a:bodyPr/>
        <a:lstStyle/>
        <a:p>
          <a:endParaRPr lang="en-US"/>
        </a:p>
      </dgm:t>
    </dgm:pt>
    <dgm:pt modelId="{369A2243-61BA-4CA6-843D-209D7F34E9BF}" type="sibTrans" cxnId="{FE8B4BC9-476C-459C-9279-282A6BAAA0BB}">
      <dgm:prSet/>
      <dgm:spPr/>
      <dgm:t>
        <a:bodyPr/>
        <a:lstStyle/>
        <a:p>
          <a:endParaRPr lang="en-US"/>
        </a:p>
      </dgm:t>
    </dgm:pt>
    <dgm:pt modelId="{F8D8611E-13E3-492A-AA84-DA8AA8FAE7D3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Ação</a:t>
          </a:r>
          <a:r>
            <a:rPr lang="en-US" b="1" dirty="0" smtClean="0"/>
            <a:t> Judicial </a:t>
          </a:r>
          <a:r>
            <a:rPr lang="en-US" b="1" dirty="0" err="1" smtClean="0"/>
            <a:t>para</a:t>
          </a:r>
          <a:r>
            <a:rPr lang="en-US" b="1" dirty="0" smtClean="0"/>
            <a:t> </a:t>
          </a:r>
          <a:r>
            <a:rPr lang="en-US" b="1" dirty="0" err="1" smtClean="0"/>
            <a:t>retomada</a:t>
          </a:r>
          <a:r>
            <a:rPr lang="en-US" b="1" dirty="0" smtClean="0"/>
            <a:t> do material</a:t>
          </a:r>
          <a:endParaRPr lang="en-US" b="1" dirty="0"/>
        </a:p>
      </dgm:t>
    </dgm:pt>
    <dgm:pt modelId="{B26BAE46-BE50-4E5B-9BD8-A6D99C92E886}" type="parTrans" cxnId="{78D7155D-93C4-4776-9E09-EFE2DBD5A2F1}">
      <dgm:prSet/>
      <dgm:spPr/>
      <dgm:t>
        <a:bodyPr/>
        <a:lstStyle/>
        <a:p>
          <a:endParaRPr lang="en-US"/>
        </a:p>
      </dgm:t>
    </dgm:pt>
    <dgm:pt modelId="{C8F8D616-67EC-40AE-B2C3-62C3FFCB1BE6}" type="sibTrans" cxnId="{78D7155D-93C4-4776-9E09-EFE2DBD5A2F1}">
      <dgm:prSet/>
      <dgm:spPr/>
      <dgm:t>
        <a:bodyPr/>
        <a:lstStyle/>
        <a:p>
          <a:endParaRPr lang="en-US"/>
        </a:p>
      </dgm:t>
    </dgm:pt>
    <dgm:pt modelId="{F6371BC7-A1C1-48CD-83CF-0B3E4B2E89EE}">
      <dgm:prSet phldrT="[Text]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Distrato</a:t>
          </a:r>
          <a:r>
            <a:rPr lang="en-US" b="1" dirty="0" smtClean="0"/>
            <a:t> s/ </a:t>
          </a:r>
          <a:r>
            <a:rPr lang="en-US" b="1" dirty="0" err="1" smtClean="0"/>
            <a:t>plantio</a:t>
          </a:r>
          <a:r>
            <a:rPr lang="en-US" b="1" dirty="0" smtClean="0"/>
            <a:t>, s/ </a:t>
          </a:r>
          <a:r>
            <a:rPr lang="en-US" b="1" dirty="0" err="1" smtClean="0"/>
            <a:t>indenização</a:t>
          </a:r>
          <a:r>
            <a:rPr lang="en-US" b="1" dirty="0" smtClean="0"/>
            <a:t> e c/ </a:t>
          </a:r>
          <a:r>
            <a:rPr lang="en-US" b="1" dirty="0" err="1" smtClean="0"/>
            <a:t>devolução</a:t>
          </a:r>
          <a:r>
            <a:rPr lang="en-US" b="1" dirty="0" smtClean="0"/>
            <a:t> de material </a:t>
          </a:r>
          <a:endParaRPr lang="en-US" b="1" dirty="0"/>
        </a:p>
      </dgm:t>
    </dgm:pt>
    <dgm:pt modelId="{724C2F0E-2233-448C-BAF6-53373333F8ED}" type="parTrans" cxnId="{63A353E8-B3D1-4056-AFAF-8E9E4035BBAD}">
      <dgm:prSet/>
      <dgm:spPr/>
      <dgm:t>
        <a:bodyPr/>
        <a:lstStyle/>
        <a:p>
          <a:endParaRPr lang="en-US"/>
        </a:p>
      </dgm:t>
    </dgm:pt>
    <dgm:pt modelId="{665A4983-A657-4BB5-942A-DF5244BE3D0B}" type="sibTrans" cxnId="{63A353E8-B3D1-4056-AFAF-8E9E4035BBAD}">
      <dgm:prSet/>
      <dgm:spPr/>
      <dgm:t>
        <a:bodyPr/>
        <a:lstStyle/>
        <a:p>
          <a:endParaRPr lang="en-US"/>
        </a:p>
      </dgm:t>
    </dgm:pt>
    <dgm:pt modelId="{F0B0E9CA-A68D-487D-9D86-DBC1CB82B925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EB842386-2479-4D3C-8DE6-BE6D9E8D4582}" type="parTrans" cxnId="{69872380-9959-45B7-9BD0-B127BAA6913B}">
      <dgm:prSet/>
      <dgm:spPr/>
      <dgm:t>
        <a:bodyPr/>
        <a:lstStyle/>
        <a:p>
          <a:endParaRPr lang="en-US"/>
        </a:p>
      </dgm:t>
    </dgm:pt>
    <dgm:pt modelId="{B7093A60-E579-4DD4-9913-D922682CF11A}" type="sibTrans" cxnId="{69872380-9959-45B7-9BD0-B127BAA6913B}">
      <dgm:prSet/>
      <dgm:spPr/>
      <dgm:t>
        <a:bodyPr/>
        <a:lstStyle/>
        <a:p>
          <a:endParaRPr lang="en-US"/>
        </a:p>
      </dgm:t>
    </dgm:pt>
    <dgm:pt modelId="{5D531640-9EA8-41D8-9926-D38D9706049D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Ação</a:t>
          </a:r>
          <a:r>
            <a:rPr lang="en-US" b="1" dirty="0" smtClean="0"/>
            <a:t> Judicial </a:t>
          </a:r>
          <a:r>
            <a:rPr lang="en-US" b="1" dirty="0" err="1" smtClean="0"/>
            <a:t>para</a:t>
          </a:r>
          <a:r>
            <a:rPr lang="en-US" b="1" dirty="0" smtClean="0"/>
            <a:t> </a:t>
          </a:r>
          <a:r>
            <a:rPr lang="en-US" b="1" dirty="0" err="1" smtClean="0"/>
            <a:t>retomada</a:t>
          </a:r>
          <a:r>
            <a:rPr lang="en-US" b="1" dirty="0" smtClean="0"/>
            <a:t> do material</a:t>
          </a:r>
          <a:endParaRPr lang="en-US" b="1" dirty="0"/>
        </a:p>
      </dgm:t>
    </dgm:pt>
    <dgm:pt modelId="{3A90D0BA-0A47-4819-99DA-8A72A4CCD3A1}" type="parTrans" cxnId="{AB20FCEE-7F66-45B3-975C-F8E8241596D0}">
      <dgm:prSet/>
      <dgm:spPr/>
      <dgm:t>
        <a:bodyPr/>
        <a:lstStyle/>
        <a:p>
          <a:endParaRPr lang="en-US"/>
        </a:p>
      </dgm:t>
    </dgm:pt>
    <dgm:pt modelId="{F5844B45-FD84-4862-B0FD-9150FF1FA499}" type="sibTrans" cxnId="{AB20FCEE-7F66-45B3-975C-F8E8241596D0}">
      <dgm:prSet/>
      <dgm:spPr/>
      <dgm:t>
        <a:bodyPr/>
        <a:lstStyle/>
        <a:p>
          <a:endParaRPr lang="en-US"/>
        </a:p>
      </dgm:t>
    </dgm:pt>
    <dgm:pt modelId="{6C3AFB30-AD5D-444D-8A00-56B065EE9CB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Entregue</a:t>
          </a:r>
          <a:endParaRPr lang="en-US" b="1" dirty="0"/>
        </a:p>
      </dgm:t>
    </dgm:pt>
    <dgm:pt modelId="{B0EBEDA6-84C6-4907-B914-A3485C7B78D5}" type="parTrans" cxnId="{2927CA45-6CF3-41E1-BDE9-596E4E061B74}">
      <dgm:prSet/>
      <dgm:spPr/>
      <dgm:t>
        <a:bodyPr/>
        <a:lstStyle/>
        <a:p>
          <a:endParaRPr lang="en-US"/>
        </a:p>
      </dgm:t>
    </dgm:pt>
    <dgm:pt modelId="{F550252C-9264-4B43-86E3-C22537156185}" type="sibTrans" cxnId="{2927CA45-6CF3-41E1-BDE9-596E4E061B74}">
      <dgm:prSet/>
      <dgm:spPr/>
      <dgm:t>
        <a:bodyPr/>
        <a:lstStyle/>
        <a:p>
          <a:endParaRPr lang="en-US"/>
        </a:p>
      </dgm:t>
    </dgm:pt>
    <dgm:pt modelId="{84B0EE51-0B41-4999-8D8F-50E2AFCDDD33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Distrato</a:t>
          </a:r>
          <a:r>
            <a:rPr lang="en-US" b="1" dirty="0" smtClean="0"/>
            <a:t> s/ </a:t>
          </a:r>
          <a:r>
            <a:rPr lang="en-US" b="1" dirty="0" err="1" smtClean="0"/>
            <a:t>plantio</a:t>
          </a:r>
          <a:r>
            <a:rPr lang="en-US" b="1" dirty="0" smtClean="0"/>
            <a:t>, c/ </a:t>
          </a:r>
          <a:r>
            <a:rPr lang="en-US" b="1" dirty="0" err="1" smtClean="0"/>
            <a:t>indenização</a:t>
          </a:r>
          <a:r>
            <a:rPr lang="en-US" b="1" dirty="0" smtClean="0"/>
            <a:t> e s/ </a:t>
          </a:r>
          <a:r>
            <a:rPr lang="en-US" b="1" dirty="0" err="1" smtClean="0"/>
            <a:t>devolução</a:t>
          </a:r>
          <a:r>
            <a:rPr lang="en-US" b="1" dirty="0" smtClean="0"/>
            <a:t> de material</a:t>
          </a:r>
          <a:endParaRPr lang="en-US" b="1" dirty="0"/>
        </a:p>
      </dgm:t>
    </dgm:pt>
    <dgm:pt modelId="{FE15D622-F88C-4A1D-9676-50A6FD2DA51D}" type="parTrans" cxnId="{92EDEE22-AAAF-42F2-B684-46139E19DDA1}">
      <dgm:prSet/>
      <dgm:spPr/>
      <dgm:t>
        <a:bodyPr/>
        <a:lstStyle/>
        <a:p>
          <a:endParaRPr lang="en-US"/>
        </a:p>
      </dgm:t>
    </dgm:pt>
    <dgm:pt modelId="{BA3EFD92-5785-4788-B8FD-BC0A8F16DB46}" type="sibTrans" cxnId="{92EDEE22-AAAF-42F2-B684-46139E19DDA1}">
      <dgm:prSet/>
      <dgm:spPr/>
      <dgm:t>
        <a:bodyPr/>
        <a:lstStyle/>
        <a:p>
          <a:endParaRPr lang="en-US"/>
        </a:p>
      </dgm:t>
    </dgm:pt>
    <dgm:pt modelId="{B611A584-560C-47CD-9DD4-D0738DDB9F64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Entregue</a:t>
          </a:r>
          <a:endParaRPr lang="en-US" b="1" dirty="0"/>
        </a:p>
      </dgm:t>
    </dgm:pt>
    <dgm:pt modelId="{01935C6C-CC1A-4476-9E8C-F604B06DB65E}" type="parTrans" cxnId="{C05D7E41-7CE6-4EAB-8BFB-C5BE750CF935}">
      <dgm:prSet/>
      <dgm:spPr/>
      <dgm:t>
        <a:bodyPr/>
        <a:lstStyle/>
        <a:p>
          <a:endParaRPr lang="en-US"/>
        </a:p>
      </dgm:t>
    </dgm:pt>
    <dgm:pt modelId="{1DCDF823-CE66-428D-B077-02A6EB61B939}" type="sibTrans" cxnId="{C05D7E41-7CE6-4EAB-8BFB-C5BE750CF935}">
      <dgm:prSet/>
      <dgm:spPr/>
      <dgm:t>
        <a:bodyPr/>
        <a:lstStyle/>
        <a:p>
          <a:endParaRPr lang="en-US"/>
        </a:p>
      </dgm:t>
    </dgm:pt>
    <dgm:pt modelId="{A4412467-229C-42FC-92D9-C23770967A89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Distrato</a:t>
          </a:r>
          <a:r>
            <a:rPr lang="en-US" b="1" dirty="0" smtClean="0"/>
            <a:t> s/ </a:t>
          </a:r>
          <a:r>
            <a:rPr lang="en-US" b="1" dirty="0" err="1" smtClean="0"/>
            <a:t>plantio</a:t>
          </a:r>
          <a:r>
            <a:rPr lang="en-US" b="1" dirty="0" smtClean="0"/>
            <a:t>, c/ </a:t>
          </a:r>
          <a:r>
            <a:rPr lang="en-US" b="1" dirty="0" err="1" smtClean="0"/>
            <a:t>indenização</a:t>
          </a:r>
          <a:r>
            <a:rPr lang="en-US" b="1" dirty="0" smtClean="0"/>
            <a:t> e c/ </a:t>
          </a:r>
          <a:r>
            <a:rPr lang="en-US" b="1" dirty="0" err="1" smtClean="0"/>
            <a:t>devolução</a:t>
          </a:r>
          <a:r>
            <a:rPr lang="en-US" b="1" dirty="0" smtClean="0"/>
            <a:t> de material</a:t>
          </a:r>
          <a:endParaRPr lang="en-US" b="1" dirty="0"/>
        </a:p>
      </dgm:t>
    </dgm:pt>
    <dgm:pt modelId="{B406F8B5-29E3-42D6-B432-1A0914017768}" type="parTrans" cxnId="{4F3172FE-B869-4BF5-B676-82C755C5F950}">
      <dgm:prSet/>
      <dgm:spPr/>
      <dgm:t>
        <a:bodyPr/>
        <a:lstStyle/>
        <a:p>
          <a:endParaRPr lang="en-US"/>
        </a:p>
      </dgm:t>
    </dgm:pt>
    <dgm:pt modelId="{529BF6CA-3C91-4ED2-8CE4-A36348F7A529}" type="sibTrans" cxnId="{4F3172FE-B869-4BF5-B676-82C755C5F950}">
      <dgm:prSet/>
      <dgm:spPr/>
      <dgm:t>
        <a:bodyPr/>
        <a:lstStyle/>
        <a:p>
          <a:endParaRPr lang="en-US"/>
        </a:p>
      </dgm:t>
    </dgm:pt>
    <dgm:pt modelId="{1D6FC9C3-D72A-4D20-935B-C0CB0410A8A0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Distrato</a:t>
          </a:r>
          <a:r>
            <a:rPr lang="en-US" b="1" dirty="0" smtClean="0"/>
            <a:t> c/ </a:t>
          </a:r>
          <a:r>
            <a:rPr lang="en-US" b="1" dirty="0" err="1" smtClean="0"/>
            <a:t>plantio</a:t>
          </a:r>
          <a:r>
            <a:rPr lang="en-US" b="1" dirty="0" smtClean="0"/>
            <a:t> </a:t>
          </a:r>
          <a:r>
            <a:rPr lang="en-US" b="1" dirty="0" err="1" smtClean="0"/>
            <a:t>parcial</a:t>
          </a:r>
          <a:r>
            <a:rPr lang="en-US" b="1" dirty="0" smtClean="0"/>
            <a:t>, c/ </a:t>
          </a:r>
          <a:r>
            <a:rPr lang="en-US" b="1" dirty="0" err="1" smtClean="0"/>
            <a:t>indenização</a:t>
          </a:r>
          <a:r>
            <a:rPr lang="en-US" b="1" dirty="0" smtClean="0"/>
            <a:t>  e c/ </a:t>
          </a:r>
          <a:r>
            <a:rPr lang="en-US" b="1" dirty="0" err="1" smtClean="0"/>
            <a:t>devolução</a:t>
          </a:r>
          <a:r>
            <a:rPr lang="en-US" b="1" dirty="0" smtClean="0"/>
            <a:t> </a:t>
          </a:r>
          <a:r>
            <a:rPr lang="en-US" b="1" dirty="0" err="1" smtClean="0"/>
            <a:t>parcial</a:t>
          </a:r>
          <a:r>
            <a:rPr lang="en-US" b="1" dirty="0" smtClean="0"/>
            <a:t> do 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utilizado</a:t>
          </a:r>
          <a:endParaRPr lang="en-US" b="1" dirty="0"/>
        </a:p>
      </dgm:t>
    </dgm:pt>
    <dgm:pt modelId="{933F6F3E-DF91-43F3-A92D-6B866B49F2CD}" type="parTrans" cxnId="{7BE9A23A-FA3B-42A6-B939-5341F007A9A3}">
      <dgm:prSet/>
      <dgm:spPr/>
      <dgm:t>
        <a:bodyPr/>
        <a:lstStyle/>
        <a:p>
          <a:endParaRPr lang="en-US"/>
        </a:p>
      </dgm:t>
    </dgm:pt>
    <dgm:pt modelId="{DB22E816-E7DD-46A9-8D7E-C6B77E9E7045}" type="sibTrans" cxnId="{7BE9A23A-FA3B-42A6-B939-5341F007A9A3}">
      <dgm:prSet/>
      <dgm:spPr/>
      <dgm:t>
        <a:bodyPr/>
        <a:lstStyle/>
        <a:p>
          <a:endParaRPr lang="en-US"/>
        </a:p>
      </dgm:t>
    </dgm:pt>
    <dgm:pt modelId="{35AAA987-6F95-4809-BB85-DB00D895B4B4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Devolução</a:t>
          </a:r>
          <a:r>
            <a:rPr lang="en-US" b="1" dirty="0" smtClean="0"/>
            <a:t> do 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utilizado</a:t>
          </a:r>
          <a:endParaRPr lang="en-US" b="1" dirty="0"/>
        </a:p>
      </dgm:t>
    </dgm:pt>
    <dgm:pt modelId="{A0C821F5-2538-4962-8E77-4D5FA21292E9}" type="parTrans" cxnId="{378D25A9-5790-4980-AA56-0AECCF12A9DF}">
      <dgm:prSet/>
      <dgm:spPr/>
      <dgm:t>
        <a:bodyPr/>
        <a:lstStyle/>
        <a:p>
          <a:endParaRPr lang="en-US"/>
        </a:p>
      </dgm:t>
    </dgm:pt>
    <dgm:pt modelId="{F50BB39B-F609-490A-96A0-12A8193FD871}" type="sibTrans" cxnId="{378D25A9-5790-4980-AA56-0AECCF12A9DF}">
      <dgm:prSet/>
      <dgm:spPr/>
      <dgm:t>
        <a:bodyPr/>
        <a:lstStyle/>
        <a:p>
          <a:endParaRPr lang="en-US"/>
        </a:p>
      </dgm:t>
    </dgm:pt>
    <dgm:pt modelId="{C2F00958-9DD3-4BEF-825F-FAA678A00558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B07B76B2-A357-4186-A7A3-EAF00448487F}" type="parTrans" cxnId="{616F3AE7-F5EF-40B5-A20D-F6082EB545A1}">
      <dgm:prSet/>
      <dgm:spPr/>
      <dgm:t>
        <a:bodyPr/>
        <a:lstStyle/>
        <a:p>
          <a:endParaRPr lang="en-US"/>
        </a:p>
      </dgm:t>
    </dgm:pt>
    <dgm:pt modelId="{3927E01B-F4AA-49FC-957E-DB959A218C2F}" type="sibTrans" cxnId="{616F3AE7-F5EF-40B5-A20D-F6082EB545A1}">
      <dgm:prSet/>
      <dgm:spPr/>
      <dgm:t>
        <a:bodyPr/>
        <a:lstStyle/>
        <a:p>
          <a:endParaRPr lang="en-US"/>
        </a:p>
      </dgm:t>
    </dgm:pt>
    <dgm:pt modelId="{AB4F6CCF-C809-4726-BED6-8A878D11EC08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4975911C-30D9-445B-827C-41D62B7E17A2}" type="parTrans" cxnId="{603BF351-0D37-4760-8BEA-252C2C53D789}">
      <dgm:prSet/>
      <dgm:spPr/>
      <dgm:t>
        <a:bodyPr/>
        <a:lstStyle/>
        <a:p>
          <a:endParaRPr lang="en-US"/>
        </a:p>
      </dgm:t>
    </dgm:pt>
    <dgm:pt modelId="{0FEA064C-76A1-4CBB-93A0-D619F3B5ABB5}" type="sibTrans" cxnId="{603BF351-0D37-4760-8BEA-252C2C53D789}">
      <dgm:prSet/>
      <dgm:spPr/>
      <dgm:t>
        <a:bodyPr/>
        <a:lstStyle/>
        <a:p>
          <a:endParaRPr lang="en-US"/>
        </a:p>
      </dgm:t>
    </dgm:pt>
    <dgm:pt modelId="{69EFE475-B6DF-43FC-A82D-30AD00CEC1D7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Ação</a:t>
          </a:r>
          <a:r>
            <a:rPr lang="en-US" b="1" dirty="0" smtClean="0"/>
            <a:t> judicial </a:t>
          </a:r>
          <a:r>
            <a:rPr lang="en-US" b="1" dirty="0" err="1" smtClean="0"/>
            <a:t>para</a:t>
          </a:r>
          <a:r>
            <a:rPr lang="en-US" b="1" dirty="0" smtClean="0"/>
            <a:t> </a:t>
          </a:r>
          <a:r>
            <a:rPr lang="en-US" b="1" dirty="0" err="1" smtClean="0"/>
            <a:t>retomada</a:t>
          </a:r>
          <a:r>
            <a:rPr lang="en-US" b="1" dirty="0" smtClean="0"/>
            <a:t> do material</a:t>
          </a:r>
          <a:endParaRPr lang="en-US" b="1" dirty="0"/>
        </a:p>
      </dgm:t>
    </dgm:pt>
    <dgm:pt modelId="{F691E247-378D-4FE5-AE90-4FBBAD841C49}" type="parTrans" cxnId="{B30E8C8B-2620-45EB-9A9D-80B0CC695E12}">
      <dgm:prSet/>
      <dgm:spPr/>
      <dgm:t>
        <a:bodyPr/>
        <a:lstStyle/>
        <a:p>
          <a:endParaRPr lang="en-US"/>
        </a:p>
      </dgm:t>
    </dgm:pt>
    <dgm:pt modelId="{40468014-30A5-46F6-B16F-913FBB61BA5F}" type="sibTrans" cxnId="{B30E8C8B-2620-45EB-9A9D-80B0CC695E12}">
      <dgm:prSet/>
      <dgm:spPr/>
      <dgm:t>
        <a:bodyPr/>
        <a:lstStyle/>
        <a:p>
          <a:endParaRPr lang="en-US"/>
        </a:p>
      </dgm:t>
    </dgm:pt>
    <dgm:pt modelId="{5DD0AE9A-CE5A-449C-983C-DD4BAC116300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4C6F07BB-6F17-41D9-B6B9-3D01455C2DC1}" type="parTrans" cxnId="{50D9FDC5-73BB-4A24-A49F-1BB95766D8F7}">
      <dgm:prSet/>
      <dgm:spPr/>
      <dgm:t>
        <a:bodyPr/>
        <a:lstStyle/>
        <a:p>
          <a:endParaRPr lang="en-US"/>
        </a:p>
      </dgm:t>
    </dgm:pt>
    <dgm:pt modelId="{56A4D731-574E-4E88-BB51-1392E5F2B424}" type="sibTrans" cxnId="{50D9FDC5-73BB-4A24-A49F-1BB95766D8F7}">
      <dgm:prSet/>
      <dgm:spPr/>
      <dgm:t>
        <a:bodyPr/>
        <a:lstStyle/>
        <a:p>
          <a:endParaRPr lang="en-US"/>
        </a:p>
      </dgm:t>
    </dgm:pt>
    <dgm:pt modelId="{DC219470-F533-4909-9D55-29527D853F16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CE238D8E-85C4-43E5-9385-51691C7F6B33}" type="parTrans" cxnId="{17341B04-9276-4A7B-9619-644253C2EE68}">
      <dgm:prSet/>
      <dgm:spPr/>
      <dgm:t>
        <a:bodyPr/>
        <a:lstStyle/>
        <a:p>
          <a:endParaRPr lang="en-US"/>
        </a:p>
      </dgm:t>
    </dgm:pt>
    <dgm:pt modelId="{7281B7D7-B683-4105-B127-EAAFC024FEDC}" type="sibTrans" cxnId="{17341B04-9276-4A7B-9619-644253C2EE68}">
      <dgm:prSet/>
      <dgm:spPr/>
      <dgm:t>
        <a:bodyPr/>
        <a:lstStyle/>
        <a:p>
          <a:endParaRPr lang="en-US"/>
        </a:p>
      </dgm:t>
    </dgm:pt>
    <dgm:pt modelId="{85AFD6D8-E9B1-48D4-95E6-05576907FD51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Ação</a:t>
          </a:r>
          <a:r>
            <a:rPr lang="en-US" b="1" dirty="0" smtClean="0"/>
            <a:t> judicial </a:t>
          </a:r>
          <a:r>
            <a:rPr lang="en-US" b="1" dirty="0" err="1" smtClean="0"/>
            <a:t>para</a:t>
          </a:r>
          <a:r>
            <a:rPr lang="en-US" b="1" dirty="0" smtClean="0"/>
            <a:t> </a:t>
          </a:r>
          <a:r>
            <a:rPr lang="en-US" b="1" dirty="0" err="1" smtClean="0"/>
            <a:t>retomada</a:t>
          </a:r>
          <a:r>
            <a:rPr lang="en-US" b="1" dirty="0" smtClean="0"/>
            <a:t> do material</a:t>
          </a:r>
          <a:endParaRPr lang="en-US" b="1" dirty="0"/>
        </a:p>
      </dgm:t>
    </dgm:pt>
    <dgm:pt modelId="{9AE11C8D-7BAD-418F-8652-53B7782D71B5}" type="parTrans" cxnId="{500BBCD4-FCD7-4036-AC4C-0039C55E0890}">
      <dgm:prSet/>
      <dgm:spPr/>
      <dgm:t>
        <a:bodyPr/>
        <a:lstStyle/>
        <a:p>
          <a:endParaRPr lang="en-US"/>
        </a:p>
      </dgm:t>
    </dgm:pt>
    <dgm:pt modelId="{D6CFE037-7597-4755-9CF7-8231E8E0C9E8}" type="sibTrans" cxnId="{500BBCD4-FCD7-4036-AC4C-0039C55E0890}">
      <dgm:prSet/>
      <dgm:spPr/>
      <dgm:t>
        <a:bodyPr/>
        <a:lstStyle/>
        <a:p>
          <a:endParaRPr lang="en-US"/>
        </a:p>
      </dgm:t>
    </dgm:pt>
    <dgm:pt modelId="{4801C3F1-7F03-41E2-A043-D59547D517C8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Encerramento</a:t>
          </a:r>
          <a:r>
            <a:rPr lang="en-US" b="1" dirty="0" smtClean="0"/>
            <a:t> </a:t>
          </a:r>
          <a:r>
            <a:rPr lang="en-US" b="1" dirty="0" err="1" smtClean="0"/>
            <a:t>Amigável</a:t>
          </a:r>
          <a:endParaRPr lang="en-US" b="1" dirty="0"/>
        </a:p>
      </dgm:t>
    </dgm:pt>
    <dgm:pt modelId="{44FE18F8-027C-4538-BFD8-E24A11A03CA9}" type="parTrans" cxnId="{CCCA12FD-86A9-4884-A8EA-1ACBCA0D99E0}">
      <dgm:prSet/>
      <dgm:spPr/>
      <dgm:t>
        <a:bodyPr/>
        <a:lstStyle/>
        <a:p>
          <a:endParaRPr lang="en-US"/>
        </a:p>
      </dgm:t>
    </dgm:pt>
    <dgm:pt modelId="{49573838-E78A-4D43-A116-40BF667A5B4B}" type="sibTrans" cxnId="{CCCA12FD-86A9-4884-A8EA-1ACBCA0D99E0}">
      <dgm:prSet/>
      <dgm:spPr/>
      <dgm:t>
        <a:bodyPr/>
        <a:lstStyle/>
        <a:p>
          <a:endParaRPr lang="en-US"/>
        </a:p>
      </dgm:t>
    </dgm:pt>
    <dgm:pt modelId="{A78BACB9-5A5C-4658-BE21-C0EACBCC7052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Check list de </a:t>
          </a:r>
          <a:r>
            <a:rPr lang="en-US" b="1" dirty="0" err="1" smtClean="0"/>
            <a:t>encerramento</a:t>
          </a:r>
          <a:r>
            <a:rPr lang="en-US" b="1" dirty="0" smtClean="0"/>
            <a:t> </a:t>
          </a:r>
          <a:r>
            <a:rPr lang="en-US" b="1" dirty="0" err="1" smtClean="0"/>
            <a:t>contratual</a:t>
          </a:r>
          <a:endParaRPr lang="en-US" b="1" dirty="0"/>
        </a:p>
      </dgm:t>
    </dgm:pt>
    <dgm:pt modelId="{379C9C35-D801-42E7-8334-602E9DB638C7}" type="parTrans" cxnId="{E00FC2DB-BFEB-4889-B996-D7B8C7D03C4E}">
      <dgm:prSet/>
      <dgm:spPr/>
      <dgm:t>
        <a:bodyPr/>
        <a:lstStyle/>
        <a:p>
          <a:endParaRPr lang="en-US"/>
        </a:p>
      </dgm:t>
    </dgm:pt>
    <dgm:pt modelId="{51A4CD87-976B-42DD-AEC1-D77CAB6E0634}" type="sibTrans" cxnId="{E00FC2DB-BFEB-4889-B996-D7B8C7D03C4E}">
      <dgm:prSet/>
      <dgm:spPr/>
      <dgm:t>
        <a:bodyPr/>
        <a:lstStyle/>
        <a:p>
          <a:endParaRPr lang="en-US"/>
        </a:p>
      </dgm:t>
    </dgm:pt>
    <dgm:pt modelId="{A8808D47-483F-4F9C-A906-9CA8724035CF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Distrato</a:t>
          </a:r>
          <a:r>
            <a:rPr lang="en-US" b="1" dirty="0" smtClean="0"/>
            <a:t> c/ </a:t>
          </a:r>
          <a:r>
            <a:rPr lang="en-US" b="1" dirty="0" err="1" smtClean="0"/>
            <a:t>plantio</a:t>
          </a:r>
          <a:r>
            <a:rPr lang="en-US" b="1" dirty="0" smtClean="0"/>
            <a:t> </a:t>
          </a:r>
          <a:r>
            <a:rPr lang="en-US" b="1" smtClean="0"/>
            <a:t>e s/ </a:t>
          </a:r>
          <a:r>
            <a:rPr lang="en-US" b="1" dirty="0" err="1" smtClean="0"/>
            <a:t>indenização</a:t>
          </a:r>
          <a:endParaRPr lang="en-US" b="1" dirty="0"/>
        </a:p>
      </dgm:t>
    </dgm:pt>
    <dgm:pt modelId="{0F15319A-E9BD-451B-827F-549FD001388F}" type="parTrans" cxnId="{8968FEB8-AEBA-440D-B988-E27230B517A8}">
      <dgm:prSet/>
      <dgm:spPr/>
      <dgm:t>
        <a:bodyPr/>
        <a:lstStyle/>
        <a:p>
          <a:endParaRPr lang="en-US"/>
        </a:p>
      </dgm:t>
    </dgm:pt>
    <dgm:pt modelId="{6F9A3805-6C43-40B8-93C5-B924987F563A}" type="sibTrans" cxnId="{8968FEB8-AEBA-440D-B988-E27230B517A8}">
      <dgm:prSet/>
      <dgm:spPr/>
      <dgm:t>
        <a:bodyPr/>
        <a:lstStyle/>
        <a:p>
          <a:endParaRPr lang="en-US"/>
        </a:p>
      </dgm:t>
    </dgm:pt>
    <dgm:pt modelId="{17D183E3-3E2F-43E0-BC60-DD420AB1B373}" type="pres">
      <dgm:prSet presAssocID="{355C15EC-D2C3-441A-86AE-06DAA45F5D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28DA6C6-6A1E-4AFB-B827-C4F11B85FE68}" type="pres">
      <dgm:prSet presAssocID="{A78BACB9-5A5C-4658-BE21-C0EACBCC7052}" presName="hierRoot1" presStyleCnt="0">
        <dgm:presLayoutVars>
          <dgm:hierBranch val="init"/>
        </dgm:presLayoutVars>
      </dgm:prSet>
      <dgm:spPr/>
    </dgm:pt>
    <dgm:pt modelId="{16EA5EE4-F6A7-4E13-8360-00464B20BF7F}" type="pres">
      <dgm:prSet presAssocID="{A78BACB9-5A5C-4658-BE21-C0EACBCC7052}" presName="rootComposite1" presStyleCnt="0"/>
      <dgm:spPr/>
    </dgm:pt>
    <dgm:pt modelId="{2FD206FD-41FB-4B53-9AFA-BE86DC68A34C}" type="pres">
      <dgm:prSet presAssocID="{A78BACB9-5A5C-4658-BE21-C0EACBCC7052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458C12F-86CB-4D2B-80DF-DAE00EF19DC8}" type="pres">
      <dgm:prSet presAssocID="{A78BACB9-5A5C-4658-BE21-C0EACBCC7052}" presName="rootConnector1" presStyleLbl="node1" presStyleIdx="0" presStyleCnt="0"/>
      <dgm:spPr/>
      <dgm:t>
        <a:bodyPr/>
        <a:lstStyle/>
        <a:p>
          <a:endParaRPr lang="en-US"/>
        </a:p>
      </dgm:t>
    </dgm:pt>
    <dgm:pt modelId="{6F29F85E-407B-4E94-A51C-A2FA7CADD2B3}" type="pres">
      <dgm:prSet presAssocID="{A78BACB9-5A5C-4658-BE21-C0EACBCC7052}" presName="hierChild2" presStyleCnt="0"/>
      <dgm:spPr/>
    </dgm:pt>
    <dgm:pt modelId="{CC497E1A-2C5F-4844-BCB9-E19B3CBF6ABF}" type="pres">
      <dgm:prSet presAssocID="{44FE18F8-027C-4538-BFD8-E24A11A03CA9}" presName="Name37" presStyleLbl="parChTrans1D2" presStyleIdx="0" presStyleCnt="1"/>
      <dgm:spPr/>
      <dgm:t>
        <a:bodyPr/>
        <a:lstStyle/>
        <a:p>
          <a:endParaRPr lang="pt-BR"/>
        </a:p>
      </dgm:t>
    </dgm:pt>
    <dgm:pt modelId="{E66BE506-E65A-4754-AA58-4F22D948CAFF}" type="pres">
      <dgm:prSet presAssocID="{4801C3F1-7F03-41E2-A043-D59547D517C8}" presName="hierRoot2" presStyleCnt="0">
        <dgm:presLayoutVars>
          <dgm:hierBranch val="init"/>
        </dgm:presLayoutVars>
      </dgm:prSet>
      <dgm:spPr/>
    </dgm:pt>
    <dgm:pt modelId="{7253C1A5-5140-45DF-8FEA-91CB6E4D58EB}" type="pres">
      <dgm:prSet presAssocID="{4801C3F1-7F03-41E2-A043-D59547D517C8}" presName="rootComposite" presStyleCnt="0"/>
      <dgm:spPr/>
    </dgm:pt>
    <dgm:pt modelId="{78D9F06D-AB28-4427-9264-DC694D3298CD}" type="pres">
      <dgm:prSet presAssocID="{4801C3F1-7F03-41E2-A043-D59547D517C8}" presName="rootText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3A23EFE-0968-4FBE-B8A3-F3ECA1797B62}" type="pres">
      <dgm:prSet presAssocID="{4801C3F1-7F03-41E2-A043-D59547D517C8}" presName="rootConnector" presStyleLbl="node2" presStyleIdx="0" presStyleCnt="1"/>
      <dgm:spPr/>
      <dgm:t>
        <a:bodyPr/>
        <a:lstStyle/>
        <a:p>
          <a:endParaRPr lang="en-US"/>
        </a:p>
      </dgm:t>
    </dgm:pt>
    <dgm:pt modelId="{7D5D7F09-0DB5-40B4-AA1A-4E8F1E2BD647}" type="pres">
      <dgm:prSet presAssocID="{4801C3F1-7F03-41E2-A043-D59547D517C8}" presName="hierChild4" presStyleCnt="0"/>
      <dgm:spPr/>
    </dgm:pt>
    <dgm:pt modelId="{51927EFC-E8B1-4C54-B4F7-5B8F11C41D84}" type="pres">
      <dgm:prSet presAssocID="{B74292B1-7D3C-4C02-AF70-40B4DE3443C2}" presName="Name37" presStyleLbl="parChTrans1D3" presStyleIdx="0" presStyleCnt="2"/>
      <dgm:spPr/>
      <dgm:t>
        <a:bodyPr/>
        <a:lstStyle/>
        <a:p>
          <a:endParaRPr lang="en-US"/>
        </a:p>
      </dgm:t>
    </dgm:pt>
    <dgm:pt modelId="{8ED10B57-9F3A-4BF8-9AD2-0799604EE367}" type="pres">
      <dgm:prSet presAssocID="{B516FB12-5E74-4407-81A6-164CCBFE5A62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9454E423-CD12-4591-BABB-DAA5ECEFB8E7}" type="pres">
      <dgm:prSet presAssocID="{B516FB12-5E74-4407-81A6-164CCBFE5A62}" presName="rootComposite" presStyleCnt="0"/>
      <dgm:spPr/>
      <dgm:t>
        <a:bodyPr/>
        <a:lstStyle/>
        <a:p>
          <a:endParaRPr lang="en-US"/>
        </a:p>
      </dgm:t>
    </dgm:pt>
    <dgm:pt modelId="{73EC2A41-C607-43B6-A727-1861C2FAB5AF}" type="pres">
      <dgm:prSet presAssocID="{B516FB12-5E74-4407-81A6-164CCBFE5A62}" presName="rootText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DB62558-CC09-4B44-B110-7EB5653F5F6A}" type="pres">
      <dgm:prSet presAssocID="{B516FB12-5E74-4407-81A6-164CCBFE5A62}" presName="rootConnector" presStyleLbl="node3" presStyleIdx="0" presStyleCnt="2"/>
      <dgm:spPr/>
      <dgm:t>
        <a:bodyPr/>
        <a:lstStyle/>
        <a:p>
          <a:endParaRPr lang="en-US"/>
        </a:p>
      </dgm:t>
    </dgm:pt>
    <dgm:pt modelId="{DA47E101-8433-48CB-BB96-7C294B8A3EF6}" type="pres">
      <dgm:prSet presAssocID="{B516FB12-5E74-4407-81A6-164CCBFE5A62}" presName="hierChild4" presStyleCnt="0"/>
      <dgm:spPr/>
      <dgm:t>
        <a:bodyPr/>
        <a:lstStyle/>
        <a:p>
          <a:endParaRPr lang="en-US"/>
        </a:p>
      </dgm:t>
    </dgm:pt>
    <dgm:pt modelId="{5D3E6F8D-776D-4171-BFBC-301D18AE9861}" type="pres">
      <dgm:prSet presAssocID="{153CF989-02A6-4C4C-979B-38E477CD12EB}" presName="Name37" presStyleLbl="parChTrans1D4" presStyleIdx="0" presStyleCnt="34"/>
      <dgm:spPr/>
      <dgm:t>
        <a:bodyPr/>
        <a:lstStyle/>
        <a:p>
          <a:endParaRPr lang="en-US"/>
        </a:p>
      </dgm:t>
    </dgm:pt>
    <dgm:pt modelId="{7E813F2D-315D-46C8-92C2-CFB1B042B23C}" type="pres">
      <dgm:prSet presAssocID="{DA6D9A12-CFB7-4446-85E4-3D38CA6CDFBE}" presName="hierRoot2" presStyleCnt="0">
        <dgm:presLayoutVars>
          <dgm:hierBranch/>
        </dgm:presLayoutVars>
      </dgm:prSet>
      <dgm:spPr/>
      <dgm:t>
        <a:bodyPr/>
        <a:lstStyle/>
        <a:p>
          <a:endParaRPr lang="en-US"/>
        </a:p>
      </dgm:t>
    </dgm:pt>
    <dgm:pt modelId="{888624AC-5A46-4F30-9E37-107FC4FC9824}" type="pres">
      <dgm:prSet presAssocID="{DA6D9A12-CFB7-4446-85E4-3D38CA6CDFBE}" presName="rootComposite" presStyleCnt="0"/>
      <dgm:spPr/>
      <dgm:t>
        <a:bodyPr/>
        <a:lstStyle/>
        <a:p>
          <a:endParaRPr lang="en-US"/>
        </a:p>
      </dgm:t>
    </dgm:pt>
    <dgm:pt modelId="{BA015D32-D8A9-485C-8891-5429181168D3}" type="pres">
      <dgm:prSet presAssocID="{DA6D9A12-CFB7-4446-85E4-3D38CA6CDFBE}" presName="rootText" presStyleLbl="node4" presStyleIdx="0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BBE4C2-6F7E-4E92-B656-4C7B5F0F9188}" type="pres">
      <dgm:prSet presAssocID="{DA6D9A12-CFB7-4446-85E4-3D38CA6CDFBE}" presName="rootConnector" presStyleLbl="node4" presStyleIdx="0" presStyleCnt="34"/>
      <dgm:spPr/>
      <dgm:t>
        <a:bodyPr/>
        <a:lstStyle/>
        <a:p>
          <a:endParaRPr lang="en-US"/>
        </a:p>
      </dgm:t>
    </dgm:pt>
    <dgm:pt modelId="{37299CBD-253C-4C8F-9ABA-C0F06824ABF7}" type="pres">
      <dgm:prSet presAssocID="{DA6D9A12-CFB7-4446-85E4-3D38CA6CDFBE}" presName="hierChild4" presStyleCnt="0"/>
      <dgm:spPr/>
      <dgm:t>
        <a:bodyPr/>
        <a:lstStyle/>
        <a:p>
          <a:endParaRPr lang="en-US"/>
        </a:p>
      </dgm:t>
    </dgm:pt>
    <dgm:pt modelId="{F03C4AD0-BBD5-48EE-B9C4-6BF9368B22C9}" type="pres">
      <dgm:prSet presAssocID="{F762CB31-B450-4FEA-9912-FC4D5D8D01F3}" presName="Name35" presStyleLbl="parChTrans1D4" presStyleIdx="1" presStyleCnt="34"/>
      <dgm:spPr/>
      <dgm:t>
        <a:bodyPr/>
        <a:lstStyle/>
        <a:p>
          <a:endParaRPr lang="en-US"/>
        </a:p>
      </dgm:t>
    </dgm:pt>
    <dgm:pt modelId="{C3CC632D-16B9-4281-86AD-1D488FAC7016}" type="pres">
      <dgm:prSet presAssocID="{CEBC95E9-EABC-491F-975C-8398CFCAE0F2}" presName="hierRoot2" presStyleCnt="0">
        <dgm:presLayoutVars>
          <dgm:hierBranch/>
        </dgm:presLayoutVars>
      </dgm:prSet>
      <dgm:spPr/>
      <dgm:t>
        <a:bodyPr/>
        <a:lstStyle/>
        <a:p>
          <a:endParaRPr lang="en-US"/>
        </a:p>
      </dgm:t>
    </dgm:pt>
    <dgm:pt modelId="{182D6898-5104-4328-A243-35625B44AF5F}" type="pres">
      <dgm:prSet presAssocID="{CEBC95E9-EABC-491F-975C-8398CFCAE0F2}" presName="rootComposite" presStyleCnt="0"/>
      <dgm:spPr/>
      <dgm:t>
        <a:bodyPr/>
        <a:lstStyle/>
        <a:p>
          <a:endParaRPr lang="en-US"/>
        </a:p>
      </dgm:t>
    </dgm:pt>
    <dgm:pt modelId="{DDB4E1DC-58D7-4C7F-8E2A-80E14A6601D2}" type="pres">
      <dgm:prSet presAssocID="{CEBC95E9-EABC-491F-975C-8398CFCAE0F2}" presName="rootText" presStyleLbl="node4" presStyleIdx="1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A396600-32BF-448C-A7A4-64544B448F47}" type="pres">
      <dgm:prSet presAssocID="{CEBC95E9-EABC-491F-975C-8398CFCAE0F2}" presName="rootConnector" presStyleLbl="node4" presStyleIdx="1" presStyleCnt="34"/>
      <dgm:spPr/>
      <dgm:t>
        <a:bodyPr/>
        <a:lstStyle/>
        <a:p>
          <a:endParaRPr lang="en-US"/>
        </a:p>
      </dgm:t>
    </dgm:pt>
    <dgm:pt modelId="{505CDC7E-4891-4010-AAD1-15F0D164C629}" type="pres">
      <dgm:prSet presAssocID="{CEBC95E9-EABC-491F-975C-8398CFCAE0F2}" presName="hierChild4" presStyleCnt="0"/>
      <dgm:spPr/>
      <dgm:t>
        <a:bodyPr/>
        <a:lstStyle/>
        <a:p>
          <a:endParaRPr lang="en-US"/>
        </a:p>
      </dgm:t>
    </dgm:pt>
    <dgm:pt modelId="{B527549F-FEFE-49AB-8C57-D7CF00744314}" type="pres">
      <dgm:prSet presAssocID="{0F15319A-E9BD-451B-827F-549FD001388F}" presName="Name35" presStyleLbl="parChTrans1D4" presStyleIdx="2" presStyleCnt="34"/>
      <dgm:spPr/>
      <dgm:t>
        <a:bodyPr/>
        <a:lstStyle/>
        <a:p>
          <a:endParaRPr lang="pt-BR"/>
        </a:p>
      </dgm:t>
    </dgm:pt>
    <dgm:pt modelId="{CA7BDB20-FFED-4404-9A85-B8BA585B2A16}" type="pres">
      <dgm:prSet presAssocID="{A8808D47-483F-4F9C-A906-9CA8724035CF}" presName="hierRoot2" presStyleCnt="0">
        <dgm:presLayoutVars>
          <dgm:hierBranch val="init"/>
        </dgm:presLayoutVars>
      </dgm:prSet>
      <dgm:spPr/>
    </dgm:pt>
    <dgm:pt modelId="{05CD87B2-92F4-42DE-8B02-664C594FAF8F}" type="pres">
      <dgm:prSet presAssocID="{A8808D47-483F-4F9C-A906-9CA8724035CF}" presName="rootComposite" presStyleCnt="0"/>
      <dgm:spPr/>
    </dgm:pt>
    <dgm:pt modelId="{08FBC763-6FCB-4AE9-A12F-82D0EDA8991E}" type="pres">
      <dgm:prSet presAssocID="{A8808D47-483F-4F9C-A906-9CA8724035CF}" presName="rootText" presStyleLbl="node4" presStyleIdx="2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1C0FAE-1DBF-47A6-9B2E-4C92C64791A6}" type="pres">
      <dgm:prSet presAssocID="{A8808D47-483F-4F9C-A906-9CA8724035CF}" presName="rootConnector" presStyleLbl="node4" presStyleIdx="2" presStyleCnt="34"/>
      <dgm:spPr/>
      <dgm:t>
        <a:bodyPr/>
        <a:lstStyle/>
        <a:p>
          <a:endParaRPr lang="en-US"/>
        </a:p>
      </dgm:t>
    </dgm:pt>
    <dgm:pt modelId="{C9F24735-58ED-4B5C-96E0-C751791A95C6}" type="pres">
      <dgm:prSet presAssocID="{A8808D47-483F-4F9C-A906-9CA8724035CF}" presName="hierChild4" presStyleCnt="0"/>
      <dgm:spPr/>
    </dgm:pt>
    <dgm:pt modelId="{BD25D841-2FDF-42E2-B8B1-D517685730F4}" type="pres">
      <dgm:prSet presAssocID="{A8808D47-483F-4F9C-A906-9CA8724035CF}" presName="hierChild5" presStyleCnt="0"/>
      <dgm:spPr/>
    </dgm:pt>
    <dgm:pt modelId="{6DB798A1-B051-4464-A9C0-8C17FCBFEDED}" type="pres">
      <dgm:prSet presAssocID="{CEBC95E9-EABC-491F-975C-8398CFCAE0F2}" presName="hierChild5" presStyleCnt="0"/>
      <dgm:spPr/>
      <dgm:t>
        <a:bodyPr/>
        <a:lstStyle/>
        <a:p>
          <a:endParaRPr lang="en-US"/>
        </a:p>
      </dgm:t>
    </dgm:pt>
    <dgm:pt modelId="{72ED17C9-CDDF-4922-B2F2-457A0F3EA0A2}" type="pres">
      <dgm:prSet presAssocID="{67D30CE7-8F0C-4547-A758-7D56A321342F}" presName="Name35" presStyleLbl="parChTrans1D4" presStyleIdx="3" presStyleCnt="34"/>
      <dgm:spPr/>
      <dgm:t>
        <a:bodyPr/>
        <a:lstStyle/>
        <a:p>
          <a:endParaRPr lang="en-US"/>
        </a:p>
      </dgm:t>
    </dgm:pt>
    <dgm:pt modelId="{99D247EF-58E7-4A04-9D58-1F07EF6AE600}" type="pres">
      <dgm:prSet presAssocID="{424D21C5-A5D6-4C1D-B2CD-3159698E801A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8DE4001C-04ED-404F-AA6F-B16CF2054D9C}" type="pres">
      <dgm:prSet presAssocID="{424D21C5-A5D6-4C1D-B2CD-3159698E801A}" presName="rootComposite" presStyleCnt="0"/>
      <dgm:spPr/>
      <dgm:t>
        <a:bodyPr/>
        <a:lstStyle/>
        <a:p>
          <a:endParaRPr lang="en-US"/>
        </a:p>
      </dgm:t>
    </dgm:pt>
    <dgm:pt modelId="{6F7FCC41-06DD-405A-87BC-B6DD7F48C17D}" type="pres">
      <dgm:prSet presAssocID="{424D21C5-A5D6-4C1D-B2CD-3159698E801A}" presName="rootText" presStyleLbl="node4" presStyleIdx="3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126175A-54D1-4B22-991E-CA29502465F8}" type="pres">
      <dgm:prSet presAssocID="{424D21C5-A5D6-4C1D-B2CD-3159698E801A}" presName="rootConnector" presStyleLbl="node4" presStyleIdx="3" presStyleCnt="34"/>
      <dgm:spPr/>
      <dgm:t>
        <a:bodyPr/>
        <a:lstStyle/>
        <a:p>
          <a:endParaRPr lang="en-US"/>
        </a:p>
      </dgm:t>
    </dgm:pt>
    <dgm:pt modelId="{27E20094-D42F-4AA3-8C6A-A8B271E0DB4F}" type="pres">
      <dgm:prSet presAssocID="{424D21C5-A5D6-4C1D-B2CD-3159698E801A}" presName="hierChild4" presStyleCnt="0"/>
      <dgm:spPr/>
      <dgm:t>
        <a:bodyPr/>
        <a:lstStyle/>
        <a:p>
          <a:endParaRPr lang="en-US"/>
        </a:p>
      </dgm:t>
    </dgm:pt>
    <dgm:pt modelId="{3DCD40CA-F407-4F97-93E3-BC9005827AF4}" type="pres">
      <dgm:prSet presAssocID="{933F6F3E-DF91-43F3-A92D-6B866B49F2CD}" presName="Name37" presStyleLbl="parChTrans1D4" presStyleIdx="4" presStyleCnt="34"/>
      <dgm:spPr/>
      <dgm:t>
        <a:bodyPr/>
        <a:lstStyle/>
        <a:p>
          <a:endParaRPr lang="pt-BR"/>
        </a:p>
      </dgm:t>
    </dgm:pt>
    <dgm:pt modelId="{FBBA5CAC-5B14-4B75-A2E4-1B12F4B54C3C}" type="pres">
      <dgm:prSet presAssocID="{1D6FC9C3-D72A-4D20-935B-C0CB0410A8A0}" presName="hierRoot2" presStyleCnt="0">
        <dgm:presLayoutVars>
          <dgm:hierBranch val="init"/>
        </dgm:presLayoutVars>
      </dgm:prSet>
      <dgm:spPr/>
    </dgm:pt>
    <dgm:pt modelId="{B3FBF28D-8573-4615-AEF0-EC11F026E7FB}" type="pres">
      <dgm:prSet presAssocID="{1D6FC9C3-D72A-4D20-935B-C0CB0410A8A0}" presName="rootComposite" presStyleCnt="0"/>
      <dgm:spPr/>
    </dgm:pt>
    <dgm:pt modelId="{2C70D09B-D904-47B0-80B8-25BFFE9E6F77}" type="pres">
      <dgm:prSet presAssocID="{1D6FC9C3-D72A-4D20-935B-C0CB0410A8A0}" presName="rootText" presStyleLbl="node4" presStyleIdx="4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4F127B5-FD4B-4A62-B709-7ABD23D92676}" type="pres">
      <dgm:prSet presAssocID="{1D6FC9C3-D72A-4D20-935B-C0CB0410A8A0}" presName="rootConnector" presStyleLbl="node4" presStyleIdx="4" presStyleCnt="34"/>
      <dgm:spPr/>
      <dgm:t>
        <a:bodyPr/>
        <a:lstStyle/>
        <a:p>
          <a:endParaRPr lang="en-US"/>
        </a:p>
      </dgm:t>
    </dgm:pt>
    <dgm:pt modelId="{477A5406-6A83-4577-8418-2332869BD1DE}" type="pres">
      <dgm:prSet presAssocID="{1D6FC9C3-D72A-4D20-935B-C0CB0410A8A0}" presName="hierChild4" presStyleCnt="0"/>
      <dgm:spPr/>
    </dgm:pt>
    <dgm:pt modelId="{2D6A1E25-430F-42A9-94A2-ED5678504134}" type="pres">
      <dgm:prSet presAssocID="{A0C821F5-2538-4962-8E77-4D5FA21292E9}" presName="Name37" presStyleLbl="parChTrans1D4" presStyleIdx="5" presStyleCnt="34"/>
      <dgm:spPr/>
      <dgm:t>
        <a:bodyPr/>
        <a:lstStyle/>
        <a:p>
          <a:endParaRPr lang="pt-BR"/>
        </a:p>
      </dgm:t>
    </dgm:pt>
    <dgm:pt modelId="{A407B6E8-A9EF-46F4-B1AA-9BD7B8DB6636}" type="pres">
      <dgm:prSet presAssocID="{35AAA987-6F95-4809-BB85-DB00D895B4B4}" presName="hierRoot2" presStyleCnt="0">
        <dgm:presLayoutVars>
          <dgm:hierBranch val="init"/>
        </dgm:presLayoutVars>
      </dgm:prSet>
      <dgm:spPr/>
    </dgm:pt>
    <dgm:pt modelId="{EB8C9CD4-298D-4ADC-987E-6F363F7CD21B}" type="pres">
      <dgm:prSet presAssocID="{35AAA987-6F95-4809-BB85-DB00D895B4B4}" presName="rootComposite" presStyleCnt="0"/>
      <dgm:spPr/>
    </dgm:pt>
    <dgm:pt modelId="{1517EF90-4380-4930-B969-DAC255FA68FF}" type="pres">
      <dgm:prSet presAssocID="{35AAA987-6F95-4809-BB85-DB00D895B4B4}" presName="rootText" presStyleLbl="node4" presStyleIdx="5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B389196-DCB8-4632-A6E7-6D6BF0D3660D}" type="pres">
      <dgm:prSet presAssocID="{35AAA987-6F95-4809-BB85-DB00D895B4B4}" presName="rootConnector" presStyleLbl="node4" presStyleIdx="5" presStyleCnt="34"/>
      <dgm:spPr/>
      <dgm:t>
        <a:bodyPr/>
        <a:lstStyle/>
        <a:p>
          <a:endParaRPr lang="en-US"/>
        </a:p>
      </dgm:t>
    </dgm:pt>
    <dgm:pt modelId="{BC84E500-CA49-4FAC-9D47-D62BAEB38688}" type="pres">
      <dgm:prSet presAssocID="{35AAA987-6F95-4809-BB85-DB00D895B4B4}" presName="hierChild4" presStyleCnt="0"/>
      <dgm:spPr/>
    </dgm:pt>
    <dgm:pt modelId="{5AB0B97D-8E3F-4DB3-9182-80855B12D33B}" type="pres">
      <dgm:prSet presAssocID="{B07B76B2-A357-4186-A7A3-EAF00448487F}" presName="Name37" presStyleLbl="parChTrans1D4" presStyleIdx="6" presStyleCnt="34"/>
      <dgm:spPr/>
      <dgm:t>
        <a:bodyPr/>
        <a:lstStyle/>
        <a:p>
          <a:endParaRPr lang="pt-BR"/>
        </a:p>
      </dgm:t>
    </dgm:pt>
    <dgm:pt modelId="{0F99ECDC-9677-483B-A7CD-5198FB6065A4}" type="pres">
      <dgm:prSet presAssocID="{C2F00958-9DD3-4BEF-825F-FAA678A00558}" presName="hierRoot2" presStyleCnt="0">
        <dgm:presLayoutVars>
          <dgm:hierBranch val="init"/>
        </dgm:presLayoutVars>
      </dgm:prSet>
      <dgm:spPr/>
    </dgm:pt>
    <dgm:pt modelId="{D894CB2C-0B40-4BCA-80E2-EE26E7C010DF}" type="pres">
      <dgm:prSet presAssocID="{C2F00958-9DD3-4BEF-825F-FAA678A00558}" presName="rootComposite" presStyleCnt="0"/>
      <dgm:spPr/>
    </dgm:pt>
    <dgm:pt modelId="{060D3020-6062-4CB2-99B7-D7C0C43D6E7F}" type="pres">
      <dgm:prSet presAssocID="{C2F00958-9DD3-4BEF-825F-FAA678A00558}" presName="rootText" presStyleLbl="node4" presStyleIdx="6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E4072F9-A8A0-422D-9335-628EC9D6657E}" type="pres">
      <dgm:prSet presAssocID="{C2F00958-9DD3-4BEF-825F-FAA678A00558}" presName="rootConnector" presStyleLbl="node4" presStyleIdx="6" presStyleCnt="34"/>
      <dgm:spPr/>
      <dgm:t>
        <a:bodyPr/>
        <a:lstStyle/>
        <a:p>
          <a:endParaRPr lang="en-US"/>
        </a:p>
      </dgm:t>
    </dgm:pt>
    <dgm:pt modelId="{886E736A-6927-40F0-B8D1-7F2884EFA331}" type="pres">
      <dgm:prSet presAssocID="{C2F00958-9DD3-4BEF-825F-FAA678A00558}" presName="hierChild4" presStyleCnt="0"/>
      <dgm:spPr/>
    </dgm:pt>
    <dgm:pt modelId="{AE4A30B1-4907-49F2-BBB4-8251843D87FF}" type="pres">
      <dgm:prSet presAssocID="{C2F00958-9DD3-4BEF-825F-FAA678A00558}" presName="hierChild5" presStyleCnt="0"/>
      <dgm:spPr/>
    </dgm:pt>
    <dgm:pt modelId="{DBC82A91-8F2A-412C-8A69-BB89A4C7BE6C}" type="pres">
      <dgm:prSet presAssocID="{4975911C-30D9-445B-827C-41D62B7E17A2}" presName="Name37" presStyleLbl="parChTrans1D4" presStyleIdx="7" presStyleCnt="34"/>
      <dgm:spPr/>
      <dgm:t>
        <a:bodyPr/>
        <a:lstStyle/>
        <a:p>
          <a:endParaRPr lang="pt-BR"/>
        </a:p>
      </dgm:t>
    </dgm:pt>
    <dgm:pt modelId="{6E0DEAD7-7333-4C60-9EA6-CDF28F7F8B99}" type="pres">
      <dgm:prSet presAssocID="{AB4F6CCF-C809-4726-BED6-8A878D11EC08}" presName="hierRoot2" presStyleCnt="0">
        <dgm:presLayoutVars>
          <dgm:hierBranch val="init"/>
        </dgm:presLayoutVars>
      </dgm:prSet>
      <dgm:spPr/>
    </dgm:pt>
    <dgm:pt modelId="{0BEBD2BF-4305-4A6A-BE0A-5726CD78B8B2}" type="pres">
      <dgm:prSet presAssocID="{AB4F6CCF-C809-4726-BED6-8A878D11EC08}" presName="rootComposite" presStyleCnt="0"/>
      <dgm:spPr/>
    </dgm:pt>
    <dgm:pt modelId="{94230168-6456-4BD3-9F04-8B0E57AF0149}" type="pres">
      <dgm:prSet presAssocID="{AB4F6CCF-C809-4726-BED6-8A878D11EC08}" presName="rootText" presStyleLbl="node4" presStyleIdx="7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1A3687-E76D-400E-8EE6-727796F98994}" type="pres">
      <dgm:prSet presAssocID="{AB4F6CCF-C809-4726-BED6-8A878D11EC08}" presName="rootConnector" presStyleLbl="node4" presStyleIdx="7" presStyleCnt="34"/>
      <dgm:spPr/>
      <dgm:t>
        <a:bodyPr/>
        <a:lstStyle/>
        <a:p>
          <a:endParaRPr lang="en-US"/>
        </a:p>
      </dgm:t>
    </dgm:pt>
    <dgm:pt modelId="{D801AF0F-D952-4256-AEF2-46E9B600FD83}" type="pres">
      <dgm:prSet presAssocID="{AB4F6CCF-C809-4726-BED6-8A878D11EC08}" presName="hierChild4" presStyleCnt="0"/>
      <dgm:spPr/>
    </dgm:pt>
    <dgm:pt modelId="{4E22F1E2-1FC3-43A2-B9DD-3370034CCF53}" type="pres">
      <dgm:prSet presAssocID="{F691E247-378D-4FE5-AE90-4FBBAD841C49}" presName="Name37" presStyleLbl="parChTrans1D4" presStyleIdx="8" presStyleCnt="34"/>
      <dgm:spPr/>
      <dgm:t>
        <a:bodyPr/>
        <a:lstStyle/>
        <a:p>
          <a:endParaRPr lang="pt-BR"/>
        </a:p>
      </dgm:t>
    </dgm:pt>
    <dgm:pt modelId="{EEF2729F-AF47-409C-A64B-A731C6A23F74}" type="pres">
      <dgm:prSet presAssocID="{69EFE475-B6DF-43FC-A82D-30AD00CEC1D7}" presName="hierRoot2" presStyleCnt="0">
        <dgm:presLayoutVars>
          <dgm:hierBranch val="init"/>
        </dgm:presLayoutVars>
      </dgm:prSet>
      <dgm:spPr/>
    </dgm:pt>
    <dgm:pt modelId="{67137C03-F7FD-40BE-A9D7-2E10E7280834}" type="pres">
      <dgm:prSet presAssocID="{69EFE475-B6DF-43FC-A82D-30AD00CEC1D7}" presName="rootComposite" presStyleCnt="0"/>
      <dgm:spPr/>
    </dgm:pt>
    <dgm:pt modelId="{0D9B609D-D47A-496F-8CB9-A6CB62B4BC6B}" type="pres">
      <dgm:prSet presAssocID="{69EFE475-B6DF-43FC-A82D-30AD00CEC1D7}" presName="rootText" presStyleLbl="node4" presStyleIdx="8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B22266B-EA2A-4CBC-A824-0B7D9F117858}" type="pres">
      <dgm:prSet presAssocID="{69EFE475-B6DF-43FC-A82D-30AD00CEC1D7}" presName="rootConnector" presStyleLbl="node4" presStyleIdx="8" presStyleCnt="34"/>
      <dgm:spPr/>
      <dgm:t>
        <a:bodyPr/>
        <a:lstStyle/>
        <a:p>
          <a:endParaRPr lang="en-US"/>
        </a:p>
      </dgm:t>
    </dgm:pt>
    <dgm:pt modelId="{C302593D-B079-4CFF-BF16-54483359BE19}" type="pres">
      <dgm:prSet presAssocID="{69EFE475-B6DF-43FC-A82D-30AD00CEC1D7}" presName="hierChild4" presStyleCnt="0"/>
      <dgm:spPr/>
    </dgm:pt>
    <dgm:pt modelId="{BD9F17E1-C6B6-43B1-A589-9208D10C8379}" type="pres">
      <dgm:prSet presAssocID="{69EFE475-B6DF-43FC-A82D-30AD00CEC1D7}" presName="hierChild5" presStyleCnt="0"/>
      <dgm:spPr/>
    </dgm:pt>
    <dgm:pt modelId="{A4039083-5193-4B30-82A7-5D7E035003EA}" type="pres">
      <dgm:prSet presAssocID="{AB4F6CCF-C809-4726-BED6-8A878D11EC08}" presName="hierChild5" presStyleCnt="0"/>
      <dgm:spPr/>
    </dgm:pt>
    <dgm:pt modelId="{88D2FA31-68EB-4F32-8E2D-34E0007D657F}" type="pres">
      <dgm:prSet presAssocID="{35AAA987-6F95-4809-BB85-DB00D895B4B4}" presName="hierChild5" presStyleCnt="0"/>
      <dgm:spPr/>
    </dgm:pt>
    <dgm:pt modelId="{F10DE7FF-54A8-4A13-A7D3-AB165F96FACD}" type="pres">
      <dgm:prSet presAssocID="{1D6FC9C3-D72A-4D20-935B-C0CB0410A8A0}" presName="hierChild5" presStyleCnt="0"/>
      <dgm:spPr/>
    </dgm:pt>
    <dgm:pt modelId="{CC786FA4-0F02-4398-94A7-B63336079F2C}" type="pres">
      <dgm:prSet presAssocID="{424D21C5-A5D6-4C1D-B2CD-3159698E801A}" presName="hierChild5" presStyleCnt="0"/>
      <dgm:spPr/>
      <dgm:t>
        <a:bodyPr/>
        <a:lstStyle/>
        <a:p>
          <a:endParaRPr lang="en-US"/>
        </a:p>
      </dgm:t>
    </dgm:pt>
    <dgm:pt modelId="{DEE3AF13-3863-48A3-B2DC-217C4B8C2BB5}" type="pres">
      <dgm:prSet presAssocID="{DA6D9A12-CFB7-4446-85E4-3D38CA6CDFBE}" presName="hierChild5" presStyleCnt="0"/>
      <dgm:spPr/>
      <dgm:t>
        <a:bodyPr/>
        <a:lstStyle/>
        <a:p>
          <a:endParaRPr lang="en-US"/>
        </a:p>
      </dgm:t>
    </dgm:pt>
    <dgm:pt modelId="{361468FA-8B6F-491A-BDB3-6BA7F93CB14A}" type="pres">
      <dgm:prSet presAssocID="{E4B55EF1-38B9-4270-B044-C7E370825075}" presName="Name37" presStyleLbl="parChTrans1D4" presStyleIdx="9" presStyleCnt="34"/>
      <dgm:spPr/>
      <dgm:t>
        <a:bodyPr/>
        <a:lstStyle/>
        <a:p>
          <a:endParaRPr lang="en-US"/>
        </a:p>
      </dgm:t>
    </dgm:pt>
    <dgm:pt modelId="{AFB7A93F-2DEA-47F2-9BE2-D50C5FE1457B}" type="pres">
      <dgm:prSet presAssocID="{67625EF3-0923-405C-BDE5-CB1175112101}" presName="hierRoot2" presStyleCnt="0">
        <dgm:presLayoutVars>
          <dgm:hierBranch/>
        </dgm:presLayoutVars>
      </dgm:prSet>
      <dgm:spPr/>
      <dgm:t>
        <a:bodyPr/>
        <a:lstStyle/>
        <a:p>
          <a:endParaRPr lang="en-US"/>
        </a:p>
      </dgm:t>
    </dgm:pt>
    <dgm:pt modelId="{A7450D40-5055-4159-A080-E4FE43DCDF49}" type="pres">
      <dgm:prSet presAssocID="{67625EF3-0923-405C-BDE5-CB1175112101}" presName="rootComposite" presStyleCnt="0"/>
      <dgm:spPr/>
      <dgm:t>
        <a:bodyPr/>
        <a:lstStyle/>
        <a:p>
          <a:endParaRPr lang="en-US"/>
        </a:p>
      </dgm:t>
    </dgm:pt>
    <dgm:pt modelId="{F88B4DBC-8668-48C7-B8E7-179B0C9377B7}" type="pres">
      <dgm:prSet presAssocID="{67625EF3-0923-405C-BDE5-CB1175112101}" presName="rootText" presStyleLbl="node4" presStyleIdx="9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58B09F-7450-4B03-99C6-8E16234215E2}" type="pres">
      <dgm:prSet presAssocID="{67625EF3-0923-405C-BDE5-CB1175112101}" presName="rootConnector" presStyleLbl="node4" presStyleIdx="9" presStyleCnt="34"/>
      <dgm:spPr/>
      <dgm:t>
        <a:bodyPr/>
        <a:lstStyle/>
        <a:p>
          <a:endParaRPr lang="en-US"/>
        </a:p>
      </dgm:t>
    </dgm:pt>
    <dgm:pt modelId="{7FDE1A2F-7300-4D39-8A78-FDCA03E0FC24}" type="pres">
      <dgm:prSet presAssocID="{67625EF3-0923-405C-BDE5-CB1175112101}" presName="hierChild4" presStyleCnt="0"/>
      <dgm:spPr/>
      <dgm:t>
        <a:bodyPr/>
        <a:lstStyle/>
        <a:p>
          <a:endParaRPr lang="en-US"/>
        </a:p>
      </dgm:t>
    </dgm:pt>
    <dgm:pt modelId="{DE77D0A5-9522-487A-B4A6-9DB3C6E8C80A}" type="pres">
      <dgm:prSet presAssocID="{B0EBEDA6-84C6-4907-B914-A3485C7B78D5}" presName="Name35" presStyleLbl="parChTrans1D4" presStyleIdx="10" presStyleCnt="34"/>
      <dgm:spPr/>
      <dgm:t>
        <a:bodyPr/>
        <a:lstStyle/>
        <a:p>
          <a:endParaRPr lang="pt-BR"/>
        </a:p>
      </dgm:t>
    </dgm:pt>
    <dgm:pt modelId="{C75790E9-0C1D-45C2-9F54-28AAFD6C25CB}" type="pres">
      <dgm:prSet presAssocID="{6C3AFB30-AD5D-444D-8A00-56B065EE9CB3}" presName="hierRoot2" presStyleCnt="0">
        <dgm:presLayoutVars>
          <dgm:hierBranch val="init"/>
        </dgm:presLayoutVars>
      </dgm:prSet>
      <dgm:spPr/>
    </dgm:pt>
    <dgm:pt modelId="{1CE045B5-C7D8-4B2E-B9C4-7EC1450C0A3C}" type="pres">
      <dgm:prSet presAssocID="{6C3AFB30-AD5D-444D-8A00-56B065EE9CB3}" presName="rootComposite" presStyleCnt="0"/>
      <dgm:spPr/>
    </dgm:pt>
    <dgm:pt modelId="{C3606DE9-A30A-4B6E-AFE3-BAC1C9F40EC9}" type="pres">
      <dgm:prSet presAssocID="{6C3AFB30-AD5D-444D-8A00-56B065EE9CB3}" presName="rootText" presStyleLbl="node4" presStyleIdx="10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1621172-11D2-4334-AD7A-45894929CF39}" type="pres">
      <dgm:prSet presAssocID="{6C3AFB30-AD5D-444D-8A00-56B065EE9CB3}" presName="rootConnector" presStyleLbl="node4" presStyleIdx="10" presStyleCnt="34"/>
      <dgm:spPr/>
      <dgm:t>
        <a:bodyPr/>
        <a:lstStyle/>
        <a:p>
          <a:endParaRPr lang="en-US"/>
        </a:p>
      </dgm:t>
    </dgm:pt>
    <dgm:pt modelId="{AD2F7621-1CA7-493B-BC43-6D89E58B5C6F}" type="pres">
      <dgm:prSet presAssocID="{6C3AFB30-AD5D-444D-8A00-56B065EE9CB3}" presName="hierChild4" presStyleCnt="0"/>
      <dgm:spPr/>
    </dgm:pt>
    <dgm:pt modelId="{35D030ED-E2A2-46F0-B765-2870E0589EA3}" type="pres">
      <dgm:prSet presAssocID="{FE15D622-F88C-4A1D-9676-50A6FD2DA51D}" presName="Name37" presStyleLbl="parChTrans1D4" presStyleIdx="11" presStyleCnt="34"/>
      <dgm:spPr/>
      <dgm:t>
        <a:bodyPr/>
        <a:lstStyle/>
        <a:p>
          <a:endParaRPr lang="pt-BR"/>
        </a:p>
      </dgm:t>
    </dgm:pt>
    <dgm:pt modelId="{8F55EC06-6FD7-4A72-90B8-83B2508D528A}" type="pres">
      <dgm:prSet presAssocID="{84B0EE51-0B41-4999-8D8F-50E2AFCDDD33}" presName="hierRoot2" presStyleCnt="0">
        <dgm:presLayoutVars>
          <dgm:hierBranch val="init"/>
        </dgm:presLayoutVars>
      </dgm:prSet>
      <dgm:spPr/>
    </dgm:pt>
    <dgm:pt modelId="{D2BB3558-3236-4CE8-B8CB-97FE748C36EF}" type="pres">
      <dgm:prSet presAssocID="{84B0EE51-0B41-4999-8D8F-50E2AFCDDD33}" presName="rootComposite" presStyleCnt="0"/>
      <dgm:spPr/>
    </dgm:pt>
    <dgm:pt modelId="{016471FB-1A1D-45B9-8DFA-E906C70F2353}" type="pres">
      <dgm:prSet presAssocID="{84B0EE51-0B41-4999-8D8F-50E2AFCDDD33}" presName="rootText" presStyleLbl="node4" presStyleIdx="11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B4BE0B1-63C3-41E4-A487-5EDFEB0B0FEF}" type="pres">
      <dgm:prSet presAssocID="{84B0EE51-0B41-4999-8D8F-50E2AFCDDD33}" presName="rootConnector" presStyleLbl="node4" presStyleIdx="11" presStyleCnt="34"/>
      <dgm:spPr/>
      <dgm:t>
        <a:bodyPr/>
        <a:lstStyle/>
        <a:p>
          <a:endParaRPr lang="en-US"/>
        </a:p>
      </dgm:t>
    </dgm:pt>
    <dgm:pt modelId="{7B1B03E1-B9BD-4DE1-AACF-F5B519E428ED}" type="pres">
      <dgm:prSet presAssocID="{84B0EE51-0B41-4999-8D8F-50E2AFCDDD33}" presName="hierChild4" presStyleCnt="0"/>
      <dgm:spPr/>
    </dgm:pt>
    <dgm:pt modelId="{449C81AA-6FB1-47F5-8548-3C3574BB4A3A}" type="pres">
      <dgm:prSet presAssocID="{84B0EE51-0B41-4999-8D8F-50E2AFCDDD33}" presName="hierChild5" presStyleCnt="0"/>
      <dgm:spPr/>
    </dgm:pt>
    <dgm:pt modelId="{3501C210-4736-437E-B14D-D40C40251B0D}" type="pres">
      <dgm:prSet presAssocID="{6C3AFB30-AD5D-444D-8A00-56B065EE9CB3}" presName="hierChild5" presStyleCnt="0"/>
      <dgm:spPr/>
    </dgm:pt>
    <dgm:pt modelId="{91D8F6AF-5FEC-46C1-99C0-B8D98A6A372E}" type="pres">
      <dgm:prSet presAssocID="{01935C6C-CC1A-4476-9E8C-F604B06DB65E}" presName="Name35" presStyleLbl="parChTrans1D4" presStyleIdx="12" presStyleCnt="34"/>
      <dgm:spPr/>
      <dgm:t>
        <a:bodyPr/>
        <a:lstStyle/>
        <a:p>
          <a:endParaRPr lang="pt-BR"/>
        </a:p>
      </dgm:t>
    </dgm:pt>
    <dgm:pt modelId="{479DCC54-51DF-4C0D-8176-5566BDE2000A}" type="pres">
      <dgm:prSet presAssocID="{B611A584-560C-47CD-9DD4-D0738DDB9F64}" presName="hierRoot2" presStyleCnt="0">
        <dgm:presLayoutVars>
          <dgm:hierBranch val="init"/>
        </dgm:presLayoutVars>
      </dgm:prSet>
      <dgm:spPr/>
    </dgm:pt>
    <dgm:pt modelId="{309AFA88-B3D7-41BC-B726-C8B31F5ADC83}" type="pres">
      <dgm:prSet presAssocID="{B611A584-560C-47CD-9DD4-D0738DDB9F64}" presName="rootComposite" presStyleCnt="0"/>
      <dgm:spPr/>
    </dgm:pt>
    <dgm:pt modelId="{1C2CF105-B0C8-45D2-8373-ABD761465198}" type="pres">
      <dgm:prSet presAssocID="{B611A584-560C-47CD-9DD4-D0738DDB9F64}" presName="rootText" presStyleLbl="node4" presStyleIdx="12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EE337F-C2E1-45BE-9AB3-67F830FE20B9}" type="pres">
      <dgm:prSet presAssocID="{B611A584-560C-47CD-9DD4-D0738DDB9F64}" presName="rootConnector" presStyleLbl="node4" presStyleIdx="12" presStyleCnt="34"/>
      <dgm:spPr/>
      <dgm:t>
        <a:bodyPr/>
        <a:lstStyle/>
        <a:p>
          <a:endParaRPr lang="en-US"/>
        </a:p>
      </dgm:t>
    </dgm:pt>
    <dgm:pt modelId="{C1B5E6DE-5649-4FC9-99AD-C6C89F05C164}" type="pres">
      <dgm:prSet presAssocID="{B611A584-560C-47CD-9DD4-D0738DDB9F64}" presName="hierChild4" presStyleCnt="0"/>
      <dgm:spPr/>
    </dgm:pt>
    <dgm:pt modelId="{FC86871E-0FBE-47FA-B416-424D79FE1117}" type="pres">
      <dgm:prSet presAssocID="{B406F8B5-29E3-42D6-B432-1A0914017768}" presName="Name37" presStyleLbl="parChTrans1D4" presStyleIdx="13" presStyleCnt="34"/>
      <dgm:spPr/>
      <dgm:t>
        <a:bodyPr/>
        <a:lstStyle/>
        <a:p>
          <a:endParaRPr lang="pt-BR"/>
        </a:p>
      </dgm:t>
    </dgm:pt>
    <dgm:pt modelId="{6E8845FA-CD82-4774-9B8B-F81D755972B6}" type="pres">
      <dgm:prSet presAssocID="{A4412467-229C-42FC-92D9-C23770967A89}" presName="hierRoot2" presStyleCnt="0">
        <dgm:presLayoutVars>
          <dgm:hierBranch val="init"/>
        </dgm:presLayoutVars>
      </dgm:prSet>
      <dgm:spPr/>
    </dgm:pt>
    <dgm:pt modelId="{34A29112-E19F-4E01-8043-091419768EBA}" type="pres">
      <dgm:prSet presAssocID="{A4412467-229C-42FC-92D9-C23770967A89}" presName="rootComposite" presStyleCnt="0"/>
      <dgm:spPr/>
    </dgm:pt>
    <dgm:pt modelId="{361B05CA-CF43-4EC7-B17E-16A586D38CF8}" type="pres">
      <dgm:prSet presAssocID="{A4412467-229C-42FC-92D9-C23770967A89}" presName="rootText" presStyleLbl="node4" presStyleIdx="13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3760D2-DD63-43D5-BF82-94520B0AA7FE}" type="pres">
      <dgm:prSet presAssocID="{A4412467-229C-42FC-92D9-C23770967A89}" presName="rootConnector" presStyleLbl="node4" presStyleIdx="13" presStyleCnt="34"/>
      <dgm:spPr/>
      <dgm:t>
        <a:bodyPr/>
        <a:lstStyle/>
        <a:p>
          <a:endParaRPr lang="en-US"/>
        </a:p>
      </dgm:t>
    </dgm:pt>
    <dgm:pt modelId="{838A5F1E-84D8-479F-BDCE-8C5CF9AA04F0}" type="pres">
      <dgm:prSet presAssocID="{A4412467-229C-42FC-92D9-C23770967A89}" presName="hierChild4" presStyleCnt="0"/>
      <dgm:spPr/>
    </dgm:pt>
    <dgm:pt modelId="{7710C44A-6518-4D25-8095-40853506E726}" type="pres">
      <dgm:prSet presAssocID="{4C6F07BB-6F17-41D9-B6B9-3D01455C2DC1}" presName="Name37" presStyleLbl="parChTrans1D4" presStyleIdx="14" presStyleCnt="34"/>
      <dgm:spPr/>
      <dgm:t>
        <a:bodyPr/>
        <a:lstStyle/>
        <a:p>
          <a:endParaRPr lang="pt-BR"/>
        </a:p>
      </dgm:t>
    </dgm:pt>
    <dgm:pt modelId="{C9B45AD3-ECB2-4861-9D67-86C01B48C9B1}" type="pres">
      <dgm:prSet presAssocID="{5DD0AE9A-CE5A-449C-983C-DD4BAC116300}" presName="hierRoot2" presStyleCnt="0">
        <dgm:presLayoutVars>
          <dgm:hierBranch val="init"/>
        </dgm:presLayoutVars>
      </dgm:prSet>
      <dgm:spPr/>
    </dgm:pt>
    <dgm:pt modelId="{8C86B02B-CB82-4EA7-AA12-FFCF5F3229CF}" type="pres">
      <dgm:prSet presAssocID="{5DD0AE9A-CE5A-449C-983C-DD4BAC116300}" presName="rootComposite" presStyleCnt="0"/>
      <dgm:spPr/>
    </dgm:pt>
    <dgm:pt modelId="{845EFED8-837A-49AB-AA70-4C48BCE78C70}" type="pres">
      <dgm:prSet presAssocID="{5DD0AE9A-CE5A-449C-983C-DD4BAC116300}" presName="rootText" presStyleLbl="node4" presStyleIdx="14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E2FAB6F-42E4-4DA3-A5A8-D1E7E699B29B}" type="pres">
      <dgm:prSet presAssocID="{5DD0AE9A-CE5A-449C-983C-DD4BAC116300}" presName="rootConnector" presStyleLbl="node4" presStyleIdx="14" presStyleCnt="34"/>
      <dgm:spPr/>
      <dgm:t>
        <a:bodyPr/>
        <a:lstStyle/>
        <a:p>
          <a:endParaRPr lang="en-US"/>
        </a:p>
      </dgm:t>
    </dgm:pt>
    <dgm:pt modelId="{D177B3FB-0C7E-430C-B229-A41182050C6C}" type="pres">
      <dgm:prSet presAssocID="{5DD0AE9A-CE5A-449C-983C-DD4BAC116300}" presName="hierChild4" presStyleCnt="0"/>
      <dgm:spPr/>
    </dgm:pt>
    <dgm:pt modelId="{DC93B534-4FE6-4BDD-A478-7819951CAC0A}" type="pres">
      <dgm:prSet presAssocID="{5DD0AE9A-CE5A-449C-983C-DD4BAC116300}" presName="hierChild5" presStyleCnt="0"/>
      <dgm:spPr/>
    </dgm:pt>
    <dgm:pt modelId="{AB25BE09-DAA2-48AF-A43C-97E9E177064B}" type="pres">
      <dgm:prSet presAssocID="{CE238D8E-85C4-43E5-9385-51691C7F6B33}" presName="Name37" presStyleLbl="parChTrans1D4" presStyleIdx="15" presStyleCnt="34"/>
      <dgm:spPr/>
      <dgm:t>
        <a:bodyPr/>
        <a:lstStyle/>
        <a:p>
          <a:endParaRPr lang="pt-BR"/>
        </a:p>
      </dgm:t>
    </dgm:pt>
    <dgm:pt modelId="{21633E68-6B7F-416B-9D44-442A872BA3FC}" type="pres">
      <dgm:prSet presAssocID="{DC219470-F533-4909-9D55-29527D853F16}" presName="hierRoot2" presStyleCnt="0">
        <dgm:presLayoutVars>
          <dgm:hierBranch val="init"/>
        </dgm:presLayoutVars>
      </dgm:prSet>
      <dgm:spPr/>
    </dgm:pt>
    <dgm:pt modelId="{CEA702B9-6885-4C1A-AE46-841B7D413E93}" type="pres">
      <dgm:prSet presAssocID="{DC219470-F533-4909-9D55-29527D853F16}" presName="rootComposite" presStyleCnt="0"/>
      <dgm:spPr/>
    </dgm:pt>
    <dgm:pt modelId="{13173073-4369-489F-8915-C747FA4DDB18}" type="pres">
      <dgm:prSet presAssocID="{DC219470-F533-4909-9D55-29527D853F16}" presName="rootText" presStyleLbl="node4" presStyleIdx="15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D00EF9E-4D43-4EEC-B5E5-933E9C104AFD}" type="pres">
      <dgm:prSet presAssocID="{DC219470-F533-4909-9D55-29527D853F16}" presName="rootConnector" presStyleLbl="node4" presStyleIdx="15" presStyleCnt="34"/>
      <dgm:spPr/>
      <dgm:t>
        <a:bodyPr/>
        <a:lstStyle/>
        <a:p>
          <a:endParaRPr lang="en-US"/>
        </a:p>
      </dgm:t>
    </dgm:pt>
    <dgm:pt modelId="{05B18160-8776-4DB0-9A51-89BC97F4FA1F}" type="pres">
      <dgm:prSet presAssocID="{DC219470-F533-4909-9D55-29527D853F16}" presName="hierChild4" presStyleCnt="0"/>
      <dgm:spPr/>
    </dgm:pt>
    <dgm:pt modelId="{36EB0007-1007-4643-8D73-01E324758D87}" type="pres">
      <dgm:prSet presAssocID="{9AE11C8D-7BAD-418F-8652-53B7782D71B5}" presName="Name37" presStyleLbl="parChTrans1D4" presStyleIdx="16" presStyleCnt="34"/>
      <dgm:spPr/>
      <dgm:t>
        <a:bodyPr/>
        <a:lstStyle/>
        <a:p>
          <a:endParaRPr lang="pt-BR"/>
        </a:p>
      </dgm:t>
    </dgm:pt>
    <dgm:pt modelId="{71466145-9DC0-4E72-9B0B-06F67CE0DCC6}" type="pres">
      <dgm:prSet presAssocID="{85AFD6D8-E9B1-48D4-95E6-05576907FD51}" presName="hierRoot2" presStyleCnt="0">
        <dgm:presLayoutVars>
          <dgm:hierBranch val="init"/>
        </dgm:presLayoutVars>
      </dgm:prSet>
      <dgm:spPr/>
    </dgm:pt>
    <dgm:pt modelId="{1F02DAA8-606B-49C2-B185-789222B21AEF}" type="pres">
      <dgm:prSet presAssocID="{85AFD6D8-E9B1-48D4-95E6-05576907FD51}" presName="rootComposite" presStyleCnt="0"/>
      <dgm:spPr/>
    </dgm:pt>
    <dgm:pt modelId="{1A1D1CC3-FCD4-42FA-98E5-09782643B386}" type="pres">
      <dgm:prSet presAssocID="{85AFD6D8-E9B1-48D4-95E6-05576907FD51}" presName="rootText" presStyleLbl="node4" presStyleIdx="16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8BE30F4-ED04-4D93-BB1F-6BFF1C24172C}" type="pres">
      <dgm:prSet presAssocID="{85AFD6D8-E9B1-48D4-95E6-05576907FD51}" presName="rootConnector" presStyleLbl="node4" presStyleIdx="16" presStyleCnt="34"/>
      <dgm:spPr/>
      <dgm:t>
        <a:bodyPr/>
        <a:lstStyle/>
        <a:p>
          <a:endParaRPr lang="en-US"/>
        </a:p>
      </dgm:t>
    </dgm:pt>
    <dgm:pt modelId="{BEFCE41F-E046-4E6F-8FCD-7CE4DF0FB46B}" type="pres">
      <dgm:prSet presAssocID="{85AFD6D8-E9B1-48D4-95E6-05576907FD51}" presName="hierChild4" presStyleCnt="0"/>
      <dgm:spPr/>
    </dgm:pt>
    <dgm:pt modelId="{77736F5A-44A0-4E7F-9B1F-38801A7B52A7}" type="pres">
      <dgm:prSet presAssocID="{85AFD6D8-E9B1-48D4-95E6-05576907FD51}" presName="hierChild5" presStyleCnt="0"/>
      <dgm:spPr/>
    </dgm:pt>
    <dgm:pt modelId="{CCC53FA7-2E38-4712-A1ED-29198BE96222}" type="pres">
      <dgm:prSet presAssocID="{DC219470-F533-4909-9D55-29527D853F16}" presName="hierChild5" presStyleCnt="0"/>
      <dgm:spPr/>
    </dgm:pt>
    <dgm:pt modelId="{1A839C74-8D56-4E65-9B94-10525C74A6FC}" type="pres">
      <dgm:prSet presAssocID="{A4412467-229C-42FC-92D9-C23770967A89}" presName="hierChild5" presStyleCnt="0"/>
      <dgm:spPr/>
    </dgm:pt>
    <dgm:pt modelId="{8ECEC1E1-CA34-4D51-84FC-50BC3EE646D5}" type="pres">
      <dgm:prSet presAssocID="{B611A584-560C-47CD-9DD4-D0738DDB9F64}" presName="hierChild5" presStyleCnt="0"/>
      <dgm:spPr/>
    </dgm:pt>
    <dgm:pt modelId="{840EA058-9B8E-46AC-803D-AFA74E98122E}" type="pres">
      <dgm:prSet presAssocID="{67625EF3-0923-405C-BDE5-CB1175112101}" presName="hierChild5" presStyleCnt="0"/>
      <dgm:spPr/>
      <dgm:t>
        <a:bodyPr/>
        <a:lstStyle/>
        <a:p>
          <a:endParaRPr lang="en-US"/>
        </a:p>
      </dgm:t>
    </dgm:pt>
    <dgm:pt modelId="{8145F033-300D-4CCE-8905-BF1D7097F38D}" type="pres">
      <dgm:prSet presAssocID="{B516FB12-5E74-4407-81A6-164CCBFE5A62}" presName="hierChild5" presStyleCnt="0"/>
      <dgm:spPr/>
      <dgm:t>
        <a:bodyPr/>
        <a:lstStyle/>
        <a:p>
          <a:endParaRPr lang="en-US"/>
        </a:p>
      </dgm:t>
    </dgm:pt>
    <dgm:pt modelId="{3EDBFDA2-1EC1-4817-9D32-649DD6AF368B}" type="pres">
      <dgm:prSet presAssocID="{DE4CFDC4-A3CA-4FA4-B5EA-747D4103A255}" presName="Name37" presStyleLbl="parChTrans1D3" presStyleIdx="1" presStyleCnt="2"/>
      <dgm:spPr/>
      <dgm:t>
        <a:bodyPr/>
        <a:lstStyle/>
        <a:p>
          <a:endParaRPr lang="en-US"/>
        </a:p>
      </dgm:t>
    </dgm:pt>
    <dgm:pt modelId="{50EF3C7E-B2C4-43E3-A440-7562E7C3E20A}" type="pres">
      <dgm:prSet presAssocID="{D0744AEA-DBB6-4630-B9F1-C5B61931DB64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2DDC8540-5F11-496D-A5FD-ADFEAC7C7000}" type="pres">
      <dgm:prSet presAssocID="{D0744AEA-DBB6-4630-B9F1-C5B61931DB64}" presName="rootComposite" presStyleCnt="0"/>
      <dgm:spPr/>
      <dgm:t>
        <a:bodyPr/>
        <a:lstStyle/>
        <a:p>
          <a:endParaRPr lang="en-US"/>
        </a:p>
      </dgm:t>
    </dgm:pt>
    <dgm:pt modelId="{B69D9DEA-6844-4F10-BDBA-2100F653FF89}" type="pres">
      <dgm:prSet presAssocID="{D0744AEA-DBB6-4630-B9F1-C5B61931DB64}" presName="rootText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BFB882F-20EA-45BD-A417-DAE4B1A82ECE}" type="pres">
      <dgm:prSet presAssocID="{D0744AEA-DBB6-4630-B9F1-C5B61931DB64}" presName="rootConnector" presStyleLbl="node3" presStyleIdx="1" presStyleCnt="2"/>
      <dgm:spPr/>
      <dgm:t>
        <a:bodyPr/>
        <a:lstStyle/>
        <a:p>
          <a:endParaRPr lang="en-US"/>
        </a:p>
      </dgm:t>
    </dgm:pt>
    <dgm:pt modelId="{E9331905-5600-462B-8ACD-5A4F0F82D6C2}" type="pres">
      <dgm:prSet presAssocID="{D0744AEA-DBB6-4630-B9F1-C5B61931DB64}" presName="hierChild4" presStyleCnt="0"/>
      <dgm:spPr/>
      <dgm:t>
        <a:bodyPr/>
        <a:lstStyle/>
        <a:p>
          <a:endParaRPr lang="en-US"/>
        </a:p>
      </dgm:t>
    </dgm:pt>
    <dgm:pt modelId="{81530A18-B93A-4B94-88BD-F448E42DF56F}" type="pres">
      <dgm:prSet presAssocID="{E8FAD232-378F-4968-9BAC-184140C94B3D}" presName="Name37" presStyleLbl="parChTrans1D4" presStyleIdx="17" presStyleCnt="34"/>
      <dgm:spPr/>
      <dgm:t>
        <a:bodyPr/>
        <a:lstStyle/>
        <a:p>
          <a:endParaRPr lang="en-US"/>
        </a:p>
      </dgm:t>
    </dgm:pt>
    <dgm:pt modelId="{E97C2231-287A-4665-A6E3-E4FAE990997F}" type="pres">
      <dgm:prSet presAssocID="{ED2BC7C9-0241-4575-BC08-E6C838D1E8A5}" presName="hierRoot2" presStyleCnt="0">
        <dgm:presLayoutVars>
          <dgm:hierBranch/>
        </dgm:presLayoutVars>
      </dgm:prSet>
      <dgm:spPr/>
      <dgm:t>
        <a:bodyPr/>
        <a:lstStyle/>
        <a:p>
          <a:endParaRPr lang="en-US"/>
        </a:p>
      </dgm:t>
    </dgm:pt>
    <dgm:pt modelId="{10B1AF10-BDFC-4DE2-A029-E3F337404BE8}" type="pres">
      <dgm:prSet presAssocID="{ED2BC7C9-0241-4575-BC08-E6C838D1E8A5}" presName="rootComposite" presStyleCnt="0"/>
      <dgm:spPr/>
      <dgm:t>
        <a:bodyPr/>
        <a:lstStyle/>
        <a:p>
          <a:endParaRPr lang="en-US"/>
        </a:p>
      </dgm:t>
    </dgm:pt>
    <dgm:pt modelId="{9EE0D99C-FA39-4D4B-BA64-2F787993FD79}" type="pres">
      <dgm:prSet presAssocID="{ED2BC7C9-0241-4575-BC08-E6C838D1E8A5}" presName="rootText" presStyleLbl="node4" presStyleIdx="17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FE2CB63-1173-4933-9E37-F03FB621AD5D}" type="pres">
      <dgm:prSet presAssocID="{ED2BC7C9-0241-4575-BC08-E6C838D1E8A5}" presName="rootConnector" presStyleLbl="node4" presStyleIdx="17" presStyleCnt="34"/>
      <dgm:spPr/>
      <dgm:t>
        <a:bodyPr/>
        <a:lstStyle/>
        <a:p>
          <a:endParaRPr lang="en-US"/>
        </a:p>
      </dgm:t>
    </dgm:pt>
    <dgm:pt modelId="{12CE1CDD-3672-41ED-A975-CDF078B94E52}" type="pres">
      <dgm:prSet presAssocID="{ED2BC7C9-0241-4575-BC08-E6C838D1E8A5}" presName="hierChild4" presStyleCnt="0"/>
      <dgm:spPr/>
      <dgm:t>
        <a:bodyPr/>
        <a:lstStyle/>
        <a:p>
          <a:endParaRPr lang="en-US"/>
        </a:p>
      </dgm:t>
    </dgm:pt>
    <dgm:pt modelId="{DE69E1C7-ADDB-49F2-B5A4-ABF8BD9252A8}" type="pres">
      <dgm:prSet presAssocID="{8BB20D8E-B00D-49BD-9354-B319763C074F}" presName="Name35" presStyleLbl="parChTrans1D4" presStyleIdx="18" presStyleCnt="34"/>
      <dgm:spPr/>
      <dgm:t>
        <a:bodyPr/>
        <a:lstStyle/>
        <a:p>
          <a:endParaRPr lang="en-US"/>
        </a:p>
      </dgm:t>
    </dgm:pt>
    <dgm:pt modelId="{A43CE514-B105-4334-958C-5DCCBCE0E6B7}" type="pres">
      <dgm:prSet presAssocID="{D102DCB2-AEE7-4EA5-A251-116AFFDED0B5}" presName="hierRoot2" presStyleCnt="0">
        <dgm:presLayoutVars>
          <dgm:hierBranch/>
        </dgm:presLayoutVars>
      </dgm:prSet>
      <dgm:spPr/>
      <dgm:t>
        <a:bodyPr/>
        <a:lstStyle/>
        <a:p>
          <a:endParaRPr lang="en-US"/>
        </a:p>
      </dgm:t>
    </dgm:pt>
    <dgm:pt modelId="{1AB1FF38-4C1F-494E-A311-8DCAD61C900C}" type="pres">
      <dgm:prSet presAssocID="{D102DCB2-AEE7-4EA5-A251-116AFFDED0B5}" presName="rootComposite" presStyleCnt="0"/>
      <dgm:spPr/>
      <dgm:t>
        <a:bodyPr/>
        <a:lstStyle/>
        <a:p>
          <a:endParaRPr lang="en-US"/>
        </a:p>
      </dgm:t>
    </dgm:pt>
    <dgm:pt modelId="{D4C3E692-0F23-4F15-B144-6F66E1914387}" type="pres">
      <dgm:prSet presAssocID="{D102DCB2-AEE7-4EA5-A251-116AFFDED0B5}" presName="rootText" presStyleLbl="node4" presStyleIdx="18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784822B-AB6A-49B4-9AB0-2E1107943E94}" type="pres">
      <dgm:prSet presAssocID="{D102DCB2-AEE7-4EA5-A251-116AFFDED0B5}" presName="rootConnector" presStyleLbl="node4" presStyleIdx="18" presStyleCnt="34"/>
      <dgm:spPr/>
      <dgm:t>
        <a:bodyPr/>
        <a:lstStyle/>
        <a:p>
          <a:endParaRPr lang="en-US"/>
        </a:p>
      </dgm:t>
    </dgm:pt>
    <dgm:pt modelId="{6D778DBE-2E83-4AA2-A98D-57708F0F19CB}" type="pres">
      <dgm:prSet presAssocID="{D102DCB2-AEE7-4EA5-A251-116AFFDED0B5}" presName="hierChild4" presStyleCnt="0"/>
      <dgm:spPr/>
      <dgm:t>
        <a:bodyPr/>
        <a:lstStyle/>
        <a:p>
          <a:endParaRPr lang="en-US"/>
        </a:p>
      </dgm:t>
    </dgm:pt>
    <dgm:pt modelId="{3CD8B9FB-4D62-49F5-B24C-D7A2244046DE}" type="pres">
      <dgm:prSet presAssocID="{AFF2D848-B219-468C-A82E-47174A95FDC2}" presName="Name35" presStyleLbl="parChTrans1D4" presStyleIdx="19" presStyleCnt="34"/>
      <dgm:spPr/>
      <dgm:t>
        <a:bodyPr/>
        <a:lstStyle/>
        <a:p>
          <a:endParaRPr lang="pt-BR"/>
        </a:p>
      </dgm:t>
    </dgm:pt>
    <dgm:pt modelId="{1284C893-9F42-4849-B5E7-54D323812E39}" type="pres">
      <dgm:prSet presAssocID="{55883F51-CDA4-41F8-9582-31C3C2A45330}" presName="hierRoot2" presStyleCnt="0">
        <dgm:presLayoutVars>
          <dgm:hierBranch val="init"/>
        </dgm:presLayoutVars>
      </dgm:prSet>
      <dgm:spPr/>
    </dgm:pt>
    <dgm:pt modelId="{56854AB1-99E2-48A4-B019-D0831DB2B5FA}" type="pres">
      <dgm:prSet presAssocID="{55883F51-CDA4-41F8-9582-31C3C2A45330}" presName="rootComposite" presStyleCnt="0"/>
      <dgm:spPr/>
    </dgm:pt>
    <dgm:pt modelId="{E6BE6D01-C2B4-4B0D-A164-1CA029C77D0C}" type="pres">
      <dgm:prSet presAssocID="{55883F51-CDA4-41F8-9582-31C3C2A45330}" presName="rootText" presStyleLbl="node4" presStyleIdx="19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CF04685-5B85-4249-B8FB-8317C8A61382}" type="pres">
      <dgm:prSet presAssocID="{55883F51-CDA4-41F8-9582-31C3C2A45330}" presName="rootConnector" presStyleLbl="node4" presStyleIdx="19" presStyleCnt="34"/>
      <dgm:spPr/>
      <dgm:t>
        <a:bodyPr/>
        <a:lstStyle/>
        <a:p>
          <a:endParaRPr lang="en-US"/>
        </a:p>
      </dgm:t>
    </dgm:pt>
    <dgm:pt modelId="{9C3AF7F0-0761-4ACA-B9EA-A6F66CE1FE3C}" type="pres">
      <dgm:prSet presAssocID="{55883F51-CDA4-41F8-9582-31C3C2A45330}" presName="hierChild4" presStyleCnt="0"/>
      <dgm:spPr/>
    </dgm:pt>
    <dgm:pt modelId="{018FED24-0A53-4DE2-B49F-C3698013EC3D}" type="pres">
      <dgm:prSet presAssocID="{55883F51-CDA4-41F8-9582-31C3C2A45330}" presName="hierChild5" presStyleCnt="0"/>
      <dgm:spPr/>
    </dgm:pt>
    <dgm:pt modelId="{23741567-07B1-4ED3-908D-DCDB6AB3FBB1}" type="pres">
      <dgm:prSet presAssocID="{D102DCB2-AEE7-4EA5-A251-116AFFDED0B5}" presName="hierChild5" presStyleCnt="0"/>
      <dgm:spPr/>
      <dgm:t>
        <a:bodyPr/>
        <a:lstStyle/>
        <a:p>
          <a:endParaRPr lang="en-US"/>
        </a:p>
      </dgm:t>
    </dgm:pt>
    <dgm:pt modelId="{25476F32-070F-42CE-9523-2D2FDBFD2902}" type="pres">
      <dgm:prSet presAssocID="{68F3FD88-2670-4BE8-A7EB-CEF2070A6607}" presName="Name35" presStyleLbl="parChTrans1D4" presStyleIdx="20" presStyleCnt="34"/>
      <dgm:spPr/>
      <dgm:t>
        <a:bodyPr/>
        <a:lstStyle/>
        <a:p>
          <a:endParaRPr lang="pt-BR"/>
        </a:p>
      </dgm:t>
    </dgm:pt>
    <dgm:pt modelId="{21241B00-25E9-458B-9320-FE6F4E6C5925}" type="pres">
      <dgm:prSet presAssocID="{1601C2FE-B6E4-467E-A099-00E53C2B61E3}" presName="hierRoot2" presStyleCnt="0">
        <dgm:presLayoutVars>
          <dgm:hierBranch val="init"/>
        </dgm:presLayoutVars>
      </dgm:prSet>
      <dgm:spPr/>
    </dgm:pt>
    <dgm:pt modelId="{46FBD49E-1084-4BB8-BD5C-8BE329795489}" type="pres">
      <dgm:prSet presAssocID="{1601C2FE-B6E4-467E-A099-00E53C2B61E3}" presName="rootComposite" presStyleCnt="0"/>
      <dgm:spPr/>
    </dgm:pt>
    <dgm:pt modelId="{6D184194-5737-4C0B-8774-198209D98B6E}" type="pres">
      <dgm:prSet presAssocID="{1601C2FE-B6E4-467E-A099-00E53C2B61E3}" presName="rootText" presStyleLbl="node4" presStyleIdx="20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D9F616E-D76A-4AD4-820F-1F9FDCFFD773}" type="pres">
      <dgm:prSet presAssocID="{1601C2FE-B6E4-467E-A099-00E53C2B61E3}" presName="rootConnector" presStyleLbl="node4" presStyleIdx="20" presStyleCnt="34"/>
      <dgm:spPr/>
      <dgm:t>
        <a:bodyPr/>
        <a:lstStyle/>
        <a:p>
          <a:endParaRPr lang="en-US"/>
        </a:p>
      </dgm:t>
    </dgm:pt>
    <dgm:pt modelId="{AEBA273B-28DA-438A-90C3-5C3296197136}" type="pres">
      <dgm:prSet presAssocID="{1601C2FE-B6E4-467E-A099-00E53C2B61E3}" presName="hierChild4" presStyleCnt="0"/>
      <dgm:spPr/>
    </dgm:pt>
    <dgm:pt modelId="{FBDA3659-A8AE-40BC-A84C-849F45FE2ED3}" type="pres">
      <dgm:prSet presAssocID="{40E83873-EB8B-46E5-AE5B-F51E02C2C9CE}" presName="Name37" presStyleLbl="parChTrans1D4" presStyleIdx="21" presStyleCnt="34"/>
      <dgm:spPr/>
      <dgm:t>
        <a:bodyPr/>
        <a:lstStyle/>
        <a:p>
          <a:endParaRPr lang="pt-BR"/>
        </a:p>
      </dgm:t>
    </dgm:pt>
    <dgm:pt modelId="{5B790949-E66B-484F-988C-A1F91CD0A6D1}" type="pres">
      <dgm:prSet presAssocID="{FC77110C-A5C6-4D00-8EB7-B72C96DD7D7F}" presName="hierRoot2" presStyleCnt="0">
        <dgm:presLayoutVars>
          <dgm:hierBranch val="init"/>
        </dgm:presLayoutVars>
      </dgm:prSet>
      <dgm:spPr/>
    </dgm:pt>
    <dgm:pt modelId="{AB28BBD6-FC22-4A66-9D8F-1ECC5A76A616}" type="pres">
      <dgm:prSet presAssocID="{FC77110C-A5C6-4D00-8EB7-B72C96DD7D7F}" presName="rootComposite" presStyleCnt="0"/>
      <dgm:spPr/>
    </dgm:pt>
    <dgm:pt modelId="{E870CC5A-28BA-402E-B370-05C82B89C5C6}" type="pres">
      <dgm:prSet presAssocID="{FC77110C-A5C6-4D00-8EB7-B72C96DD7D7F}" presName="rootText" presStyleLbl="node4" presStyleIdx="21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CDB980F-DBB9-4F4D-A274-0687C477E7A5}" type="pres">
      <dgm:prSet presAssocID="{FC77110C-A5C6-4D00-8EB7-B72C96DD7D7F}" presName="rootConnector" presStyleLbl="node4" presStyleIdx="21" presStyleCnt="34"/>
      <dgm:spPr/>
      <dgm:t>
        <a:bodyPr/>
        <a:lstStyle/>
        <a:p>
          <a:endParaRPr lang="en-US"/>
        </a:p>
      </dgm:t>
    </dgm:pt>
    <dgm:pt modelId="{17F75280-D098-442F-9507-0BF2BA18DD4E}" type="pres">
      <dgm:prSet presAssocID="{FC77110C-A5C6-4D00-8EB7-B72C96DD7D7F}" presName="hierChild4" presStyleCnt="0"/>
      <dgm:spPr/>
    </dgm:pt>
    <dgm:pt modelId="{DFCFBC8C-B1C4-4719-AE79-BED2A2A6F082}" type="pres">
      <dgm:prSet presAssocID="{A2F7C6A0-C649-445E-A446-563D1EEC9264}" presName="Name37" presStyleLbl="parChTrans1D4" presStyleIdx="22" presStyleCnt="34"/>
      <dgm:spPr/>
      <dgm:t>
        <a:bodyPr/>
        <a:lstStyle/>
        <a:p>
          <a:endParaRPr lang="pt-BR"/>
        </a:p>
      </dgm:t>
    </dgm:pt>
    <dgm:pt modelId="{75A13FE7-95A5-4984-93CC-B8E6FECDAAAA}" type="pres">
      <dgm:prSet presAssocID="{CA93E8CE-8529-4A68-BF50-032E6A941453}" presName="hierRoot2" presStyleCnt="0">
        <dgm:presLayoutVars>
          <dgm:hierBranch val="init"/>
        </dgm:presLayoutVars>
      </dgm:prSet>
      <dgm:spPr/>
    </dgm:pt>
    <dgm:pt modelId="{812E136A-2E6D-4E48-9D80-8406799CA77E}" type="pres">
      <dgm:prSet presAssocID="{CA93E8CE-8529-4A68-BF50-032E6A941453}" presName="rootComposite" presStyleCnt="0"/>
      <dgm:spPr/>
    </dgm:pt>
    <dgm:pt modelId="{7A5F0159-D6DA-4014-B9B3-0348935D302F}" type="pres">
      <dgm:prSet presAssocID="{CA93E8CE-8529-4A68-BF50-032E6A941453}" presName="rootText" presStyleLbl="node4" presStyleIdx="22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46DFC56-2569-40C2-8AEE-12CDBD1AFE22}" type="pres">
      <dgm:prSet presAssocID="{CA93E8CE-8529-4A68-BF50-032E6A941453}" presName="rootConnector" presStyleLbl="node4" presStyleIdx="22" presStyleCnt="34"/>
      <dgm:spPr/>
      <dgm:t>
        <a:bodyPr/>
        <a:lstStyle/>
        <a:p>
          <a:endParaRPr lang="en-US"/>
        </a:p>
      </dgm:t>
    </dgm:pt>
    <dgm:pt modelId="{00369281-430A-4374-AB41-501084FC3F11}" type="pres">
      <dgm:prSet presAssocID="{CA93E8CE-8529-4A68-BF50-032E6A941453}" presName="hierChild4" presStyleCnt="0"/>
      <dgm:spPr/>
    </dgm:pt>
    <dgm:pt modelId="{8926A857-4075-4918-AF3B-E96B5737F179}" type="pres">
      <dgm:prSet presAssocID="{432E0418-AE8C-4DFE-A138-7EA0584ADE2B}" presName="Name37" presStyleLbl="parChTrans1D4" presStyleIdx="23" presStyleCnt="34"/>
      <dgm:spPr/>
      <dgm:t>
        <a:bodyPr/>
        <a:lstStyle/>
        <a:p>
          <a:endParaRPr lang="pt-BR"/>
        </a:p>
      </dgm:t>
    </dgm:pt>
    <dgm:pt modelId="{B1F2B36A-DAEE-4B59-90FC-7F29A2C3CC63}" type="pres">
      <dgm:prSet presAssocID="{5BB72F2B-A30E-4986-AD4E-E7CDFE0CC595}" presName="hierRoot2" presStyleCnt="0">
        <dgm:presLayoutVars>
          <dgm:hierBranch val="init"/>
        </dgm:presLayoutVars>
      </dgm:prSet>
      <dgm:spPr/>
    </dgm:pt>
    <dgm:pt modelId="{961CF05D-2FA9-4424-9ACB-78F83376354A}" type="pres">
      <dgm:prSet presAssocID="{5BB72F2B-A30E-4986-AD4E-E7CDFE0CC595}" presName="rootComposite" presStyleCnt="0"/>
      <dgm:spPr/>
    </dgm:pt>
    <dgm:pt modelId="{16064723-D4A1-430E-949A-E0A8475EC3A4}" type="pres">
      <dgm:prSet presAssocID="{5BB72F2B-A30E-4986-AD4E-E7CDFE0CC595}" presName="rootText" presStyleLbl="node4" presStyleIdx="23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6E08EC4-88C7-4E3A-B75E-A63DC159FBE0}" type="pres">
      <dgm:prSet presAssocID="{5BB72F2B-A30E-4986-AD4E-E7CDFE0CC595}" presName="rootConnector" presStyleLbl="node4" presStyleIdx="23" presStyleCnt="34"/>
      <dgm:spPr/>
      <dgm:t>
        <a:bodyPr/>
        <a:lstStyle/>
        <a:p>
          <a:endParaRPr lang="en-US"/>
        </a:p>
      </dgm:t>
    </dgm:pt>
    <dgm:pt modelId="{B395424B-E3B0-4FB2-9087-0665B12E8D4D}" type="pres">
      <dgm:prSet presAssocID="{5BB72F2B-A30E-4986-AD4E-E7CDFE0CC595}" presName="hierChild4" presStyleCnt="0"/>
      <dgm:spPr/>
    </dgm:pt>
    <dgm:pt modelId="{4F702704-94DD-40BF-9EEE-99DCBAF6FE2A}" type="pres">
      <dgm:prSet presAssocID="{5BB72F2B-A30E-4986-AD4E-E7CDFE0CC595}" presName="hierChild5" presStyleCnt="0"/>
      <dgm:spPr/>
    </dgm:pt>
    <dgm:pt modelId="{E726FC7B-A4C4-4DAC-A022-AD0AF2D6B2FB}" type="pres">
      <dgm:prSet presAssocID="{513DC103-1661-4CDA-839F-2B822A4DD0F0}" presName="Name37" presStyleLbl="parChTrans1D4" presStyleIdx="24" presStyleCnt="34"/>
      <dgm:spPr/>
      <dgm:t>
        <a:bodyPr/>
        <a:lstStyle/>
        <a:p>
          <a:endParaRPr lang="pt-BR"/>
        </a:p>
      </dgm:t>
    </dgm:pt>
    <dgm:pt modelId="{BCAA1061-9539-4B62-98A9-249382C469F5}" type="pres">
      <dgm:prSet presAssocID="{38349848-F363-4D6E-AB10-14092A1D58E3}" presName="hierRoot2" presStyleCnt="0">
        <dgm:presLayoutVars>
          <dgm:hierBranch val="init"/>
        </dgm:presLayoutVars>
      </dgm:prSet>
      <dgm:spPr/>
    </dgm:pt>
    <dgm:pt modelId="{67525F74-D76C-4043-AC94-50B123496383}" type="pres">
      <dgm:prSet presAssocID="{38349848-F363-4D6E-AB10-14092A1D58E3}" presName="rootComposite" presStyleCnt="0"/>
      <dgm:spPr/>
    </dgm:pt>
    <dgm:pt modelId="{7BC5BBC2-1162-4F97-9365-D0A8CF872177}" type="pres">
      <dgm:prSet presAssocID="{38349848-F363-4D6E-AB10-14092A1D58E3}" presName="rootText" presStyleLbl="node4" presStyleIdx="24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2A2E9C3-41B7-4957-A536-0DEDFCF81A40}" type="pres">
      <dgm:prSet presAssocID="{38349848-F363-4D6E-AB10-14092A1D58E3}" presName="rootConnector" presStyleLbl="node4" presStyleIdx="24" presStyleCnt="34"/>
      <dgm:spPr/>
      <dgm:t>
        <a:bodyPr/>
        <a:lstStyle/>
        <a:p>
          <a:endParaRPr lang="en-US"/>
        </a:p>
      </dgm:t>
    </dgm:pt>
    <dgm:pt modelId="{D162CC3D-5699-4CF1-8DA6-1AA1D17166A2}" type="pres">
      <dgm:prSet presAssocID="{38349848-F363-4D6E-AB10-14092A1D58E3}" presName="hierChild4" presStyleCnt="0"/>
      <dgm:spPr/>
    </dgm:pt>
    <dgm:pt modelId="{25F2BBAC-279E-4BA5-A0FE-5F947BC5A282}" type="pres">
      <dgm:prSet presAssocID="{B26BAE46-BE50-4E5B-9BD8-A6D99C92E886}" presName="Name37" presStyleLbl="parChTrans1D4" presStyleIdx="25" presStyleCnt="34"/>
      <dgm:spPr/>
      <dgm:t>
        <a:bodyPr/>
        <a:lstStyle/>
        <a:p>
          <a:endParaRPr lang="pt-BR"/>
        </a:p>
      </dgm:t>
    </dgm:pt>
    <dgm:pt modelId="{967CAC20-2A71-4701-B146-436BBDC3D4FD}" type="pres">
      <dgm:prSet presAssocID="{F8D8611E-13E3-492A-AA84-DA8AA8FAE7D3}" presName="hierRoot2" presStyleCnt="0">
        <dgm:presLayoutVars>
          <dgm:hierBranch val="init"/>
        </dgm:presLayoutVars>
      </dgm:prSet>
      <dgm:spPr/>
    </dgm:pt>
    <dgm:pt modelId="{5E521707-5A36-446C-8986-9C560618C22E}" type="pres">
      <dgm:prSet presAssocID="{F8D8611E-13E3-492A-AA84-DA8AA8FAE7D3}" presName="rootComposite" presStyleCnt="0"/>
      <dgm:spPr/>
    </dgm:pt>
    <dgm:pt modelId="{D377FC22-17A2-4B6F-AD9C-6FF9B589BE39}" type="pres">
      <dgm:prSet presAssocID="{F8D8611E-13E3-492A-AA84-DA8AA8FAE7D3}" presName="rootText" presStyleLbl="node4" presStyleIdx="25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7F20A8-9FF8-4919-A79A-3FCF523F6745}" type="pres">
      <dgm:prSet presAssocID="{F8D8611E-13E3-492A-AA84-DA8AA8FAE7D3}" presName="rootConnector" presStyleLbl="node4" presStyleIdx="25" presStyleCnt="34"/>
      <dgm:spPr/>
      <dgm:t>
        <a:bodyPr/>
        <a:lstStyle/>
        <a:p>
          <a:endParaRPr lang="en-US"/>
        </a:p>
      </dgm:t>
    </dgm:pt>
    <dgm:pt modelId="{932AE399-6767-4C65-85E0-38AFC81CEE9C}" type="pres">
      <dgm:prSet presAssocID="{F8D8611E-13E3-492A-AA84-DA8AA8FAE7D3}" presName="hierChild4" presStyleCnt="0"/>
      <dgm:spPr/>
    </dgm:pt>
    <dgm:pt modelId="{0AB9608B-B141-4AF3-9EB8-9C6D3CB82C46}" type="pres">
      <dgm:prSet presAssocID="{F8D8611E-13E3-492A-AA84-DA8AA8FAE7D3}" presName="hierChild5" presStyleCnt="0"/>
      <dgm:spPr/>
    </dgm:pt>
    <dgm:pt modelId="{8BFC7852-2904-4ACE-83D2-06F997D01967}" type="pres">
      <dgm:prSet presAssocID="{38349848-F363-4D6E-AB10-14092A1D58E3}" presName="hierChild5" presStyleCnt="0"/>
      <dgm:spPr/>
    </dgm:pt>
    <dgm:pt modelId="{70574870-F600-4B67-84B7-8F5BD5FD501E}" type="pres">
      <dgm:prSet presAssocID="{CA93E8CE-8529-4A68-BF50-032E6A941453}" presName="hierChild5" presStyleCnt="0"/>
      <dgm:spPr/>
    </dgm:pt>
    <dgm:pt modelId="{F608E423-A9CD-47E8-9268-6DFDCF0C2873}" type="pres">
      <dgm:prSet presAssocID="{FC77110C-A5C6-4D00-8EB7-B72C96DD7D7F}" presName="hierChild5" presStyleCnt="0"/>
      <dgm:spPr/>
    </dgm:pt>
    <dgm:pt modelId="{964FAE64-E89A-437B-8B0F-23C707D622C1}" type="pres">
      <dgm:prSet presAssocID="{1601C2FE-B6E4-467E-A099-00E53C2B61E3}" presName="hierChild5" presStyleCnt="0"/>
      <dgm:spPr/>
    </dgm:pt>
    <dgm:pt modelId="{10BFCC0C-1DA5-41C9-B8AF-6B63B0DB4926}" type="pres">
      <dgm:prSet presAssocID="{ED2BC7C9-0241-4575-BC08-E6C838D1E8A5}" presName="hierChild5" presStyleCnt="0"/>
      <dgm:spPr/>
      <dgm:t>
        <a:bodyPr/>
        <a:lstStyle/>
        <a:p>
          <a:endParaRPr lang="en-US"/>
        </a:p>
      </dgm:t>
    </dgm:pt>
    <dgm:pt modelId="{61A568C1-4C0F-4C07-BB65-4F9F5268A4C5}" type="pres">
      <dgm:prSet presAssocID="{3A6E0CF4-849E-4C94-9929-91AFB0FF603C}" presName="Name37" presStyleLbl="parChTrans1D4" presStyleIdx="26" presStyleCnt="34"/>
      <dgm:spPr/>
      <dgm:t>
        <a:bodyPr/>
        <a:lstStyle/>
        <a:p>
          <a:endParaRPr lang="pt-BR"/>
        </a:p>
      </dgm:t>
    </dgm:pt>
    <dgm:pt modelId="{C1669816-7E22-4F05-8114-82079C66FD08}" type="pres">
      <dgm:prSet presAssocID="{578C7B0B-769F-4958-AEC3-66A21C996B3B}" presName="hierRoot2" presStyleCnt="0">
        <dgm:presLayoutVars>
          <dgm:hierBranch val="init"/>
        </dgm:presLayoutVars>
      </dgm:prSet>
      <dgm:spPr/>
    </dgm:pt>
    <dgm:pt modelId="{D3DF5E1D-A12D-43E9-A037-6B67079A7C4B}" type="pres">
      <dgm:prSet presAssocID="{578C7B0B-769F-4958-AEC3-66A21C996B3B}" presName="rootComposite" presStyleCnt="0"/>
      <dgm:spPr/>
    </dgm:pt>
    <dgm:pt modelId="{D333FB8C-2245-43C6-946D-6CACC86B130B}" type="pres">
      <dgm:prSet presAssocID="{578C7B0B-769F-4958-AEC3-66A21C996B3B}" presName="rootText" presStyleLbl="node4" presStyleIdx="26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0D8FFCE-FD40-4E5C-AF9B-74AF293D1AB0}" type="pres">
      <dgm:prSet presAssocID="{578C7B0B-769F-4958-AEC3-66A21C996B3B}" presName="rootConnector" presStyleLbl="node4" presStyleIdx="26" presStyleCnt="34"/>
      <dgm:spPr/>
      <dgm:t>
        <a:bodyPr/>
        <a:lstStyle/>
        <a:p>
          <a:endParaRPr lang="en-US"/>
        </a:p>
      </dgm:t>
    </dgm:pt>
    <dgm:pt modelId="{7FE72B4D-CB94-4298-B6FC-07D807B7C34A}" type="pres">
      <dgm:prSet presAssocID="{578C7B0B-769F-4958-AEC3-66A21C996B3B}" presName="hierChild4" presStyleCnt="0"/>
      <dgm:spPr/>
    </dgm:pt>
    <dgm:pt modelId="{483579CC-5B60-40D2-8F5B-55A8D97DCDE7}" type="pres">
      <dgm:prSet presAssocID="{363482C4-41E7-4AB4-9E8B-4155385EE0A1}" presName="Name37" presStyleLbl="parChTrans1D4" presStyleIdx="27" presStyleCnt="34"/>
      <dgm:spPr/>
      <dgm:t>
        <a:bodyPr/>
        <a:lstStyle/>
        <a:p>
          <a:endParaRPr lang="pt-BR"/>
        </a:p>
      </dgm:t>
    </dgm:pt>
    <dgm:pt modelId="{20489D67-CE2E-49D9-BFF2-E0D5553D0D0E}" type="pres">
      <dgm:prSet presAssocID="{D547A4CD-19B5-46E1-BF07-669C7C04BB81}" presName="hierRoot2" presStyleCnt="0">
        <dgm:presLayoutVars>
          <dgm:hierBranch val="init"/>
        </dgm:presLayoutVars>
      </dgm:prSet>
      <dgm:spPr/>
    </dgm:pt>
    <dgm:pt modelId="{9417C335-B1EE-4687-ACD2-F967142A05EC}" type="pres">
      <dgm:prSet presAssocID="{D547A4CD-19B5-46E1-BF07-669C7C04BB81}" presName="rootComposite" presStyleCnt="0"/>
      <dgm:spPr/>
    </dgm:pt>
    <dgm:pt modelId="{6F92CE2B-4C4D-4A2C-A34E-CB5062DC2713}" type="pres">
      <dgm:prSet presAssocID="{D547A4CD-19B5-46E1-BF07-669C7C04BB81}" presName="rootText" presStyleLbl="node4" presStyleIdx="27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6E77D1D-6637-4D14-B2C4-AC7C47930071}" type="pres">
      <dgm:prSet presAssocID="{D547A4CD-19B5-46E1-BF07-669C7C04BB81}" presName="rootConnector" presStyleLbl="node4" presStyleIdx="27" presStyleCnt="34"/>
      <dgm:spPr/>
      <dgm:t>
        <a:bodyPr/>
        <a:lstStyle/>
        <a:p>
          <a:endParaRPr lang="en-US"/>
        </a:p>
      </dgm:t>
    </dgm:pt>
    <dgm:pt modelId="{3C29B9B7-B6EF-415E-956D-49FD1B5F7277}" type="pres">
      <dgm:prSet presAssocID="{D547A4CD-19B5-46E1-BF07-669C7C04BB81}" presName="hierChild4" presStyleCnt="0"/>
      <dgm:spPr/>
    </dgm:pt>
    <dgm:pt modelId="{C1A5D0FA-6157-4F1C-B9BB-288FF988D92E}" type="pres">
      <dgm:prSet presAssocID="{1C34D31E-4CD3-4959-81A7-E3AB97DCF256}" presName="Name37" presStyleLbl="parChTrans1D4" presStyleIdx="28" presStyleCnt="34"/>
      <dgm:spPr/>
      <dgm:t>
        <a:bodyPr/>
        <a:lstStyle/>
        <a:p>
          <a:endParaRPr lang="pt-BR"/>
        </a:p>
      </dgm:t>
    </dgm:pt>
    <dgm:pt modelId="{3E0E12B9-9679-4CCA-89CF-859509D827CA}" type="pres">
      <dgm:prSet presAssocID="{03B43D4E-D198-4509-9206-811DE47ADF51}" presName="hierRoot2" presStyleCnt="0">
        <dgm:presLayoutVars>
          <dgm:hierBranch val="init"/>
        </dgm:presLayoutVars>
      </dgm:prSet>
      <dgm:spPr/>
    </dgm:pt>
    <dgm:pt modelId="{4E56343F-E76E-4357-8E8C-8314BC3F3EC3}" type="pres">
      <dgm:prSet presAssocID="{03B43D4E-D198-4509-9206-811DE47ADF51}" presName="rootComposite" presStyleCnt="0"/>
      <dgm:spPr/>
    </dgm:pt>
    <dgm:pt modelId="{66ACF0D8-5624-45AC-A192-B8C6596204B8}" type="pres">
      <dgm:prSet presAssocID="{03B43D4E-D198-4509-9206-811DE47ADF51}" presName="rootText" presStyleLbl="node4" presStyleIdx="28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205108-500F-437C-A215-77BEFAB9231B}" type="pres">
      <dgm:prSet presAssocID="{03B43D4E-D198-4509-9206-811DE47ADF51}" presName="rootConnector" presStyleLbl="node4" presStyleIdx="28" presStyleCnt="34"/>
      <dgm:spPr/>
      <dgm:t>
        <a:bodyPr/>
        <a:lstStyle/>
        <a:p>
          <a:endParaRPr lang="en-US"/>
        </a:p>
      </dgm:t>
    </dgm:pt>
    <dgm:pt modelId="{E6B791D4-1975-4D65-AF5E-D71563A6856A}" type="pres">
      <dgm:prSet presAssocID="{03B43D4E-D198-4509-9206-811DE47ADF51}" presName="hierChild4" presStyleCnt="0"/>
      <dgm:spPr/>
    </dgm:pt>
    <dgm:pt modelId="{CF40C259-9097-4624-BBC3-7A2D5A0BA5AD}" type="pres">
      <dgm:prSet presAssocID="{03B43D4E-D198-4509-9206-811DE47ADF51}" presName="hierChild5" presStyleCnt="0"/>
      <dgm:spPr/>
    </dgm:pt>
    <dgm:pt modelId="{77883924-3771-4680-B997-11C40441026A}" type="pres">
      <dgm:prSet presAssocID="{D547A4CD-19B5-46E1-BF07-669C7C04BB81}" presName="hierChild5" presStyleCnt="0"/>
      <dgm:spPr/>
    </dgm:pt>
    <dgm:pt modelId="{6F2CF19F-ED5B-4E36-A425-65D92BF99E1B}" type="pres">
      <dgm:prSet presAssocID="{5AD3B31E-0824-4EF3-8BD8-F9ECDCA70DDB}" presName="Name37" presStyleLbl="parChTrans1D4" presStyleIdx="29" presStyleCnt="34"/>
      <dgm:spPr/>
      <dgm:t>
        <a:bodyPr/>
        <a:lstStyle/>
        <a:p>
          <a:endParaRPr lang="pt-BR"/>
        </a:p>
      </dgm:t>
    </dgm:pt>
    <dgm:pt modelId="{CA5B0C14-4DEF-466A-AA44-CE47487C79D1}" type="pres">
      <dgm:prSet presAssocID="{B0E4116D-1C75-489F-B75A-CF8380721E94}" presName="hierRoot2" presStyleCnt="0">
        <dgm:presLayoutVars>
          <dgm:hierBranch val="init"/>
        </dgm:presLayoutVars>
      </dgm:prSet>
      <dgm:spPr/>
    </dgm:pt>
    <dgm:pt modelId="{236B02C7-9353-478E-ABBE-950DEA40F2DC}" type="pres">
      <dgm:prSet presAssocID="{B0E4116D-1C75-489F-B75A-CF8380721E94}" presName="rootComposite" presStyleCnt="0"/>
      <dgm:spPr/>
    </dgm:pt>
    <dgm:pt modelId="{9384C0B5-59B0-4508-BB71-488B537BEC3F}" type="pres">
      <dgm:prSet presAssocID="{B0E4116D-1C75-489F-B75A-CF8380721E94}" presName="rootText" presStyleLbl="node4" presStyleIdx="29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C6F468A-0927-434A-AEB5-9A965E36A662}" type="pres">
      <dgm:prSet presAssocID="{B0E4116D-1C75-489F-B75A-CF8380721E94}" presName="rootConnector" presStyleLbl="node4" presStyleIdx="29" presStyleCnt="34"/>
      <dgm:spPr/>
      <dgm:t>
        <a:bodyPr/>
        <a:lstStyle/>
        <a:p>
          <a:endParaRPr lang="en-US"/>
        </a:p>
      </dgm:t>
    </dgm:pt>
    <dgm:pt modelId="{3BCAF331-0696-465A-B041-69380960BC05}" type="pres">
      <dgm:prSet presAssocID="{B0E4116D-1C75-489F-B75A-CF8380721E94}" presName="hierChild4" presStyleCnt="0"/>
      <dgm:spPr/>
    </dgm:pt>
    <dgm:pt modelId="{5853A746-BFAE-4DFE-8C77-175A1ACF7A2F}" type="pres">
      <dgm:prSet presAssocID="{724C2F0E-2233-448C-BAF6-53373333F8ED}" presName="Name37" presStyleLbl="parChTrans1D4" presStyleIdx="30" presStyleCnt="34"/>
      <dgm:spPr/>
      <dgm:t>
        <a:bodyPr/>
        <a:lstStyle/>
        <a:p>
          <a:endParaRPr lang="pt-BR"/>
        </a:p>
      </dgm:t>
    </dgm:pt>
    <dgm:pt modelId="{98D509E4-6A91-4920-9B09-5B77787B083F}" type="pres">
      <dgm:prSet presAssocID="{F6371BC7-A1C1-48CD-83CF-0B3E4B2E89EE}" presName="hierRoot2" presStyleCnt="0">
        <dgm:presLayoutVars>
          <dgm:hierBranch val="init"/>
        </dgm:presLayoutVars>
      </dgm:prSet>
      <dgm:spPr/>
    </dgm:pt>
    <dgm:pt modelId="{D11232E2-AB40-4144-992A-93BC2C285D20}" type="pres">
      <dgm:prSet presAssocID="{F6371BC7-A1C1-48CD-83CF-0B3E4B2E89EE}" presName="rootComposite" presStyleCnt="0"/>
      <dgm:spPr/>
    </dgm:pt>
    <dgm:pt modelId="{90E8B7A2-2213-4626-92F0-A4B06A41D140}" type="pres">
      <dgm:prSet presAssocID="{F6371BC7-A1C1-48CD-83CF-0B3E4B2E89EE}" presName="rootText" presStyleLbl="node4" presStyleIdx="30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F5FA3B-76D3-4C57-84EB-3F5BC1AEDA05}" type="pres">
      <dgm:prSet presAssocID="{F6371BC7-A1C1-48CD-83CF-0B3E4B2E89EE}" presName="rootConnector" presStyleLbl="node4" presStyleIdx="30" presStyleCnt="34"/>
      <dgm:spPr/>
      <dgm:t>
        <a:bodyPr/>
        <a:lstStyle/>
        <a:p>
          <a:endParaRPr lang="en-US"/>
        </a:p>
      </dgm:t>
    </dgm:pt>
    <dgm:pt modelId="{96D72570-EA47-469E-A968-60F94DE27F3A}" type="pres">
      <dgm:prSet presAssocID="{F6371BC7-A1C1-48CD-83CF-0B3E4B2E89EE}" presName="hierChild4" presStyleCnt="0"/>
      <dgm:spPr/>
    </dgm:pt>
    <dgm:pt modelId="{D18497A4-1BD6-45E6-80F0-F8FA3F6C6E7C}" type="pres">
      <dgm:prSet presAssocID="{57BA2206-467C-40D3-BF39-1DCADAC8927B}" presName="Name37" presStyleLbl="parChTrans1D4" presStyleIdx="31" presStyleCnt="34"/>
      <dgm:spPr/>
      <dgm:t>
        <a:bodyPr/>
        <a:lstStyle/>
        <a:p>
          <a:endParaRPr lang="pt-BR"/>
        </a:p>
      </dgm:t>
    </dgm:pt>
    <dgm:pt modelId="{7AFC5754-E166-4B33-B612-15C30546A28D}" type="pres">
      <dgm:prSet presAssocID="{C13BF55D-387A-4215-A7F5-2613A2738F26}" presName="hierRoot2" presStyleCnt="0">
        <dgm:presLayoutVars>
          <dgm:hierBranch val="init"/>
        </dgm:presLayoutVars>
      </dgm:prSet>
      <dgm:spPr/>
    </dgm:pt>
    <dgm:pt modelId="{A3C35A5D-12A8-47EE-B2FC-1A768BAD999F}" type="pres">
      <dgm:prSet presAssocID="{C13BF55D-387A-4215-A7F5-2613A2738F26}" presName="rootComposite" presStyleCnt="0"/>
      <dgm:spPr/>
    </dgm:pt>
    <dgm:pt modelId="{AEBEFB2D-B7AF-4214-950E-67978430F952}" type="pres">
      <dgm:prSet presAssocID="{C13BF55D-387A-4215-A7F5-2613A2738F26}" presName="rootText" presStyleLbl="node4" presStyleIdx="31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397B66E-2971-405D-856F-4D2EFDE12E5B}" type="pres">
      <dgm:prSet presAssocID="{C13BF55D-387A-4215-A7F5-2613A2738F26}" presName="rootConnector" presStyleLbl="node4" presStyleIdx="31" presStyleCnt="34"/>
      <dgm:spPr/>
      <dgm:t>
        <a:bodyPr/>
        <a:lstStyle/>
        <a:p>
          <a:endParaRPr lang="en-US"/>
        </a:p>
      </dgm:t>
    </dgm:pt>
    <dgm:pt modelId="{A50BE97D-FB2B-4684-A13D-E2F6A66FF46B}" type="pres">
      <dgm:prSet presAssocID="{C13BF55D-387A-4215-A7F5-2613A2738F26}" presName="hierChild4" presStyleCnt="0"/>
      <dgm:spPr/>
    </dgm:pt>
    <dgm:pt modelId="{7EF9B5C0-28D6-4E81-B283-02C6D245FC16}" type="pres">
      <dgm:prSet presAssocID="{C13BF55D-387A-4215-A7F5-2613A2738F26}" presName="hierChild5" presStyleCnt="0"/>
      <dgm:spPr/>
    </dgm:pt>
    <dgm:pt modelId="{2559945A-7DBB-494D-8F7A-58EC5D86BDB0}" type="pres">
      <dgm:prSet presAssocID="{EB842386-2479-4D3C-8DE6-BE6D9E8D4582}" presName="Name37" presStyleLbl="parChTrans1D4" presStyleIdx="32" presStyleCnt="34"/>
      <dgm:spPr/>
      <dgm:t>
        <a:bodyPr/>
        <a:lstStyle/>
        <a:p>
          <a:endParaRPr lang="pt-BR"/>
        </a:p>
      </dgm:t>
    </dgm:pt>
    <dgm:pt modelId="{E8B1C037-97D8-4611-8137-C4CD87735E90}" type="pres">
      <dgm:prSet presAssocID="{F0B0E9CA-A68D-487D-9D86-DBC1CB82B925}" presName="hierRoot2" presStyleCnt="0">
        <dgm:presLayoutVars>
          <dgm:hierBranch val="init"/>
        </dgm:presLayoutVars>
      </dgm:prSet>
      <dgm:spPr/>
    </dgm:pt>
    <dgm:pt modelId="{D1DF45BD-9DBF-4D68-8689-93CC0819ED53}" type="pres">
      <dgm:prSet presAssocID="{F0B0E9CA-A68D-487D-9D86-DBC1CB82B925}" presName="rootComposite" presStyleCnt="0"/>
      <dgm:spPr/>
    </dgm:pt>
    <dgm:pt modelId="{31CA500B-FDC3-46AC-9CED-BC725DC1E21E}" type="pres">
      <dgm:prSet presAssocID="{F0B0E9CA-A68D-487D-9D86-DBC1CB82B925}" presName="rootText" presStyleLbl="node4" presStyleIdx="32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5226071-4972-46D8-ADA0-DC9158375FA8}" type="pres">
      <dgm:prSet presAssocID="{F0B0E9CA-A68D-487D-9D86-DBC1CB82B925}" presName="rootConnector" presStyleLbl="node4" presStyleIdx="32" presStyleCnt="34"/>
      <dgm:spPr/>
      <dgm:t>
        <a:bodyPr/>
        <a:lstStyle/>
        <a:p>
          <a:endParaRPr lang="en-US"/>
        </a:p>
      </dgm:t>
    </dgm:pt>
    <dgm:pt modelId="{B56797DC-82A8-4EB6-BAC7-989BD36A2303}" type="pres">
      <dgm:prSet presAssocID="{F0B0E9CA-A68D-487D-9D86-DBC1CB82B925}" presName="hierChild4" presStyleCnt="0"/>
      <dgm:spPr/>
    </dgm:pt>
    <dgm:pt modelId="{747E84DB-9F45-4B85-90C2-1516A9966D7A}" type="pres">
      <dgm:prSet presAssocID="{3A90D0BA-0A47-4819-99DA-8A72A4CCD3A1}" presName="Name37" presStyleLbl="parChTrans1D4" presStyleIdx="33" presStyleCnt="34"/>
      <dgm:spPr/>
      <dgm:t>
        <a:bodyPr/>
        <a:lstStyle/>
        <a:p>
          <a:endParaRPr lang="pt-BR"/>
        </a:p>
      </dgm:t>
    </dgm:pt>
    <dgm:pt modelId="{F98F0371-DF33-4CEC-9E08-D2D6BCC1AEDF}" type="pres">
      <dgm:prSet presAssocID="{5D531640-9EA8-41D8-9926-D38D9706049D}" presName="hierRoot2" presStyleCnt="0">
        <dgm:presLayoutVars>
          <dgm:hierBranch val="init"/>
        </dgm:presLayoutVars>
      </dgm:prSet>
      <dgm:spPr/>
    </dgm:pt>
    <dgm:pt modelId="{FB6B21B9-0CFB-45FF-AA0E-CB58961F7013}" type="pres">
      <dgm:prSet presAssocID="{5D531640-9EA8-41D8-9926-D38D9706049D}" presName="rootComposite" presStyleCnt="0"/>
      <dgm:spPr/>
    </dgm:pt>
    <dgm:pt modelId="{AE2DF685-3F67-4586-A0AD-FCD512B8E079}" type="pres">
      <dgm:prSet presAssocID="{5D531640-9EA8-41D8-9926-D38D9706049D}" presName="rootText" presStyleLbl="node4" presStyleIdx="33" presStyleCnt="3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5415589-929F-44CC-A072-02F90BEB941A}" type="pres">
      <dgm:prSet presAssocID="{5D531640-9EA8-41D8-9926-D38D9706049D}" presName="rootConnector" presStyleLbl="node4" presStyleIdx="33" presStyleCnt="34"/>
      <dgm:spPr/>
      <dgm:t>
        <a:bodyPr/>
        <a:lstStyle/>
        <a:p>
          <a:endParaRPr lang="en-US"/>
        </a:p>
      </dgm:t>
    </dgm:pt>
    <dgm:pt modelId="{121AB50F-05AF-43F9-B0D8-608E553DC981}" type="pres">
      <dgm:prSet presAssocID="{5D531640-9EA8-41D8-9926-D38D9706049D}" presName="hierChild4" presStyleCnt="0"/>
      <dgm:spPr/>
    </dgm:pt>
    <dgm:pt modelId="{2404D020-3B29-40AE-95A4-21D08BC79946}" type="pres">
      <dgm:prSet presAssocID="{5D531640-9EA8-41D8-9926-D38D9706049D}" presName="hierChild5" presStyleCnt="0"/>
      <dgm:spPr/>
    </dgm:pt>
    <dgm:pt modelId="{CF24AC17-544C-4C50-AEAC-CCECCB5206F5}" type="pres">
      <dgm:prSet presAssocID="{F0B0E9CA-A68D-487D-9D86-DBC1CB82B925}" presName="hierChild5" presStyleCnt="0"/>
      <dgm:spPr/>
    </dgm:pt>
    <dgm:pt modelId="{9994E9DB-9914-4AC4-AABF-CEB968414F50}" type="pres">
      <dgm:prSet presAssocID="{F6371BC7-A1C1-48CD-83CF-0B3E4B2E89EE}" presName="hierChild5" presStyleCnt="0"/>
      <dgm:spPr/>
    </dgm:pt>
    <dgm:pt modelId="{CB000F7B-E46A-44E1-B795-FE1D9059F90E}" type="pres">
      <dgm:prSet presAssocID="{B0E4116D-1C75-489F-B75A-CF8380721E94}" presName="hierChild5" presStyleCnt="0"/>
      <dgm:spPr/>
    </dgm:pt>
    <dgm:pt modelId="{7B81628F-6D36-4680-9EAB-A8F4E517BEF8}" type="pres">
      <dgm:prSet presAssocID="{578C7B0B-769F-4958-AEC3-66A21C996B3B}" presName="hierChild5" presStyleCnt="0"/>
      <dgm:spPr/>
    </dgm:pt>
    <dgm:pt modelId="{2BFB08C8-11FF-42C9-BF8E-3C49F972C15F}" type="pres">
      <dgm:prSet presAssocID="{D0744AEA-DBB6-4630-B9F1-C5B61931DB64}" presName="hierChild5" presStyleCnt="0"/>
      <dgm:spPr/>
      <dgm:t>
        <a:bodyPr/>
        <a:lstStyle/>
        <a:p>
          <a:endParaRPr lang="en-US"/>
        </a:p>
      </dgm:t>
    </dgm:pt>
    <dgm:pt modelId="{DD4CB419-293C-4A5B-86D9-FCBE448D0F5A}" type="pres">
      <dgm:prSet presAssocID="{4801C3F1-7F03-41E2-A043-D59547D517C8}" presName="hierChild5" presStyleCnt="0"/>
      <dgm:spPr/>
    </dgm:pt>
    <dgm:pt modelId="{3E3B2F4E-DBCB-4AB0-BB96-ED45937CEF3E}" type="pres">
      <dgm:prSet presAssocID="{A78BACB9-5A5C-4658-BE21-C0EACBCC7052}" presName="hierChild3" presStyleCnt="0"/>
      <dgm:spPr/>
    </dgm:pt>
  </dgm:ptLst>
  <dgm:cxnLst>
    <dgm:cxn modelId="{12F740FA-2E24-4781-B405-643FB8B56356}" type="presOf" srcId="{DA6D9A12-CFB7-4446-85E4-3D38CA6CDFBE}" destId="{BA015D32-D8A9-485C-8891-5429181168D3}" srcOrd="0" destOrd="0" presId="urn:microsoft.com/office/officeart/2005/8/layout/orgChart1"/>
    <dgm:cxn modelId="{077D8A83-D2B1-4AC9-A9D2-84103444D056}" type="presOf" srcId="{363482C4-41E7-4AB4-9E8B-4155385EE0A1}" destId="{483579CC-5B60-40D2-8F5B-55A8D97DCDE7}" srcOrd="0" destOrd="0" presId="urn:microsoft.com/office/officeart/2005/8/layout/orgChart1"/>
    <dgm:cxn modelId="{502F2D38-5D19-4126-BE82-D04464E9E666}" type="presOf" srcId="{B74292B1-7D3C-4C02-AF70-40B4DE3443C2}" destId="{51927EFC-E8B1-4C54-B4F7-5B8F11C41D84}" srcOrd="0" destOrd="0" presId="urn:microsoft.com/office/officeart/2005/8/layout/orgChart1"/>
    <dgm:cxn modelId="{BD12EAFB-1A5C-4530-B2F1-1017B99CA961}" type="presOf" srcId="{A78BACB9-5A5C-4658-BE21-C0EACBCC7052}" destId="{2FD206FD-41FB-4B53-9AFA-BE86DC68A34C}" srcOrd="0" destOrd="0" presId="urn:microsoft.com/office/officeart/2005/8/layout/orgChart1"/>
    <dgm:cxn modelId="{256FF7B8-580A-4953-AE2B-4CD13470B0BF}" srcId="{1601C2FE-B6E4-467E-A099-00E53C2B61E3}" destId="{FC77110C-A5C6-4D00-8EB7-B72C96DD7D7F}" srcOrd="0" destOrd="0" parTransId="{40E83873-EB8B-46E5-AE5B-F51E02C2C9CE}" sibTransId="{1356610D-A386-4E43-817C-FE4F0B55B3C8}"/>
    <dgm:cxn modelId="{5B7FEBC5-00B6-45F2-9B7F-FC2F2D20FEF2}" type="presOf" srcId="{A2F7C6A0-C649-445E-A446-563D1EEC9264}" destId="{DFCFBC8C-B1C4-4719-AE79-BED2A2A6F082}" srcOrd="0" destOrd="0" presId="urn:microsoft.com/office/officeart/2005/8/layout/orgChart1"/>
    <dgm:cxn modelId="{89EA066D-F766-4E98-BC3B-6F74767E4937}" type="presOf" srcId="{B516FB12-5E74-4407-81A6-164CCBFE5A62}" destId="{73EC2A41-C607-43B6-A727-1861C2FAB5AF}" srcOrd="0" destOrd="0" presId="urn:microsoft.com/office/officeart/2005/8/layout/orgChart1"/>
    <dgm:cxn modelId="{7B2C7D5F-B649-447B-A721-E00E5304D739}" type="presOf" srcId="{B07B76B2-A357-4186-A7A3-EAF00448487F}" destId="{5AB0B97D-8E3F-4DB3-9182-80855B12D33B}" srcOrd="0" destOrd="0" presId="urn:microsoft.com/office/officeart/2005/8/layout/orgChart1"/>
    <dgm:cxn modelId="{2D7F0BC1-55EA-4297-BF89-AF024138D11B}" type="presOf" srcId="{3A6E0CF4-849E-4C94-9929-91AFB0FF603C}" destId="{61A568C1-4C0F-4C07-BB65-4F9F5268A4C5}" srcOrd="0" destOrd="0" presId="urn:microsoft.com/office/officeart/2005/8/layout/orgChart1"/>
    <dgm:cxn modelId="{54A51F0D-A23E-4E95-B0CD-E49C04B2128C}" type="presOf" srcId="{68F3FD88-2670-4BE8-A7EB-CEF2070A6607}" destId="{25476F32-070F-42CE-9523-2D2FDBFD2902}" srcOrd="0" destOrd="0" presId="urn:microsoft.com/office/officeart/2005/8/layout/orgChart1"/>
    <dgm:cxn modelId="{EC7162A8-615A-4837-918B-2D3CAE6608BC}" type="presOf" srcId="{B406F8B5-29E3-42D6-B432-1A0914017768}" destId="{FC86871E-0FBE-47FA-B416-424D79FE1117}" srcOrd="0" destOrd="0" presId="urn:microsoft.com/office/officeart/2005/8/layout/orgChart1"/>
    <dgm:cxn modelId="{2927CA45-6CF3-41E1-BDE9-596E4E061B74}" srcId="{67625EF3-0923-405C-BDE5-CB1175112101}" destId="{6C3AFB30-AD5D-444D-8A00-56B065EE9CB3}" srcOrd="0" destOrd="0" parTransId="{B0EBEDA6-84C6-4907-B914-A3485C7B78D5}" sibTransId="{F550252C-9264-4B43-86E3-C22537156185}"/>
    <dgm:cxn modelId="{45584A44-8B6C-4ADF-A74D-E68A28AA22E4}" type="presOf" srcId="{432E0418-AE8C-4DFE-A138-7EA0584ADE2B}" destId="{8926A857-4075-4918-AF3B-E96B5737F179}" srcOrd="0" destOrd="0" presId="urn:microsoft.com/office/officeart/2005/8/layout/orgChart1"/>
    <dgm:cxn modelId="{BD2F33AB-EB7B-48F5-84B1-8D6CF05F127D}" type="presOf" srcId="{724C2F0E-2233-448C-BAF6-53373333F8ED}" destId="{5853A746-BFAE-4DFE-8C77-175A1ACF7A2F}" srcOrd="0" destOrd="0" presId="urn:microsoft.com/office/officeart/2005/8/layout/orgChart1"/>
    <dgm:cxn modelId="{FABB07C7-BF61-4F53-AD68-7F01970E9A51}" type="presOf" srcId="{D0744AEA-DBB6-4630-B9F1-C5B61931DB64}" destId="{0BFB882F-20EA-45BD-A417-DAE4B1A82ECE}" srcOrd="1" destOrd="0" presId="urn:microsoft.com/office/officeart/2005/8/layout/orgChart1"/>
    <dgm:cxn modelId="{430C883B-F65A-4912-8FD3-4EB094438B90}" type="presOf" srcId="{F8D8611E-13E3-492A-AA84-DA8AA8FAE7D3}" destId="{CD7F20A8-9FF8-4919-A79A-3FCF523F6745}" srcOrd="1" destOrd="0" presId="urn:microsoft.com/office/officeart/2005/8/layout/orgChart1"/>
    <dgm:cxn modelId="{BC783429-9388-49C0-8439-0DC218448CDA}" type="presOf" srcId="{4801C3F1-7F03-41E2-A043-D59547D517C8}" destId="{78D9F06D-AB28-4427-9264-DC694D3298CD}" srcOrd="0" destOrd="0" presId="urn:microsoft.com/office/officeart/2005/8/layout/orgChart1"/>
    <dgm:cxn modelId="{E7AA7F6C-92B8-4441-B1AC-A5446CE82AB8}" type="presOf" srcId="{AB4F6CCF-C809-4726-BED6-8A878D11EC08}" destId="{94230168-6456-4BD3-9F04-8B0E57AF0149}" srcOrd="0" destOrd="0" presId="urn:microsoft.com/office/officeart/2005/8/layout/orgChart1"/>
    <dgm:cxn modelId="{0AFA8B1C-FB24-45DD-9968-A3CB51144274}" type="presOf" srcId="{424D21C5-A5D6-4C1D-B2CD-3159698E801A}" destId="{6F7FCC41-06DD-405A-87BC-B6DD7F48C17D}" srcOrd="0" destOrd="0" presId="urn:microsoft.com/office/officeart/2005/8/layout/orgChart1"/>
    <dgm:cxn modelId="{E7C916EA-DEA2-4AEE-8395-12381678E5C0}" srcId="{B516FB12-5E74-4407-81A6-164CCBFE5A62}" destId="{67625EF3-0923-405C-BDE5-CB1175112101}" srcOrd="1" destOrd="0" parTransId="{E4B55EF1-38B9-4270-B044-C7E370825075}" sibTransId="{6FCEF2A3-5E04-4CEF-9808-0FAFBC5FADEC}"/>
    <dgm:cxn modelId="{D39D9FC4-9D73-44AD-80FA-779A0A178EBD}" type="presOf" srcId="{AFF2D848-B219-468C-A82E-47174A95FDC2}" destId="{3CD8B9FB-4D62-49F5-B24C-D7A2244046DE}" srcOrd="0" destOrd="0" presId="urn:microsoft.com/office/officeart/2005/8/layout/orgChart1"/>
    <dgm:cxn modelId="{98A624CB-3E66-4D3E-9A17-D4EC5654A616}" type="presOf" srcId="{B26BAE46-BE50-4E5B-9BD8-A6D99C92E886}" destId="{25F2BBAC-279E-4BA5-A0FE-5F947BC5A282}" srcOrd="0" destOrd="0" presId="urn:microsoft.com/office/officeart/2005/8/layout/orgChart1"/>
    <dgm:cxn modelId="{2A4E4E4D-15C9-45C3-A452-C31688012D0E}" type="presOf" srcId="{03B43D4E-D198-4509-9206-811DE47ADF51}" destId="{89205108-500F-437C-A215-77BEFAB9231B}" srcOrd="1" destOrd="0" presId="urn:microsoft.com/office/officeart/2005/8/layout/orgChart1"/>
    <dgm:cxn modelId="{CE38C1A2-B831-4854-83AE-A74A0F889153}" type="presOf" srcId="{84B0EE51-0B41-4999-8D8F-50E2AFCDDD33}" destId="{016471FB-1A1D-45B9-8DFA-E906C70F2353}" srcOrd="0" destOrd="0" presId="urn:microsoft.com/office/officeart/2005/8/layout/orgChart1"/>
    <dgm:cxn modelId="{9AD7D771-B1E0-4F8D-97B1-2BBA4734B070}" srcId="{D102DCB2-AEE7-4EA5-A251-116AFFDED0B5}" destId="{55883F51-CDA4-41F8-9582-31C3C2A45330}" srcOrd="0" destOrd="0" parTransId="{AFF2D848-B219-468C-A82E-47174A95FDC2}" sibTransId="{F9F90274-8E69-4CB9-99AF-784EB48D64D3}"/>
    <dgm:cxn modelId="{FE8B4BC9-476C-459C-9279-282A6BAAA0BB}" srcId="{CA93E8CE-8529-4A68-BF50-032E6A941453}" destId="{38349848-F363-4D6E-AB10-14092A1D58E3}" srcOrd="1" destOrd="0" parTransId="{513DC103-1661-4CDA-839F-2B822A4DD0F0}" sibTransId="{369A2243-61BA-4CA6-843D-209D7F34E9BF}"/>
    <dgm:cxn modelId="{4F3172FE-B869-4BF5-B676-82C755C5F950}" srcId="{B611A584-560C-47CD-9DD4-D0738DDB9F64}" destId="{A4412467-229C-42FC-92D9-C23770967A89}" srcOrd="0" destOrd="0" parTransId="{B406F8B5-29E3-42D6-B432-1A0914017768}" sibTransId="{529BF6CA-3C91-4ED2-8CE4-A36348F7A529}"/>
    <dgm:cxn modelId="{699E40FC-9647-4F12-BBB8-2EC8B1CD512A}" type="presOf" srcId="{9AE11C8D-7BAD-418F-8652-53B7782D71B5}" destId="{36EB0007-1007-4643-8D73-01E324758D87}" srcOrd="0" destOrd="0" presId="urn:microsoft.com/office/officeart/2005/8/layout/orgChart1"/>
    <dgm:cxn modelId="{485FFD8B-D87D-46F7-BB0B-8690D377331B}" type="presOf" srcId="{5D531640-9EA8-41D8-9926-D38D9706049D}" destId="{15415589-929F-44CC-A072-02F90BEB941A}" srcOrd="1" destOrd="0" presId="urn:microsoft.com/office/officeart/2005/8/layout/orgChart1"/>
    <dgm:cxn modelId="{44851677-1461-405B-B968-BA2560C23463}" type="presOf" srcId="{B611A584-560C-47CD-9DD4-D0738DDB9F64}" destId="{1C2CF105-B0C8-45D2-8373-ABD761465198}" srcOrd="0" destOrd="0" presId="urn:microsoft.com/office/officeart/2005/8/layout/orgChart1"/>
    <dgm:cxn modelId="{81FDCF6B-427C-42ED-961B-6916F331068C}" type="presOf" srcId="{5AD3B31E-0824-4EF3-8BD8-F9ECDCA70DDB}" destId="{6F2CF19F-ED5B-4E36-A425-65D92BF99E1B}" srcOrd="0" destOrd="0" presId="urn:microsoft.com/office/officeart/2005/8/layout/orgChart1"/>
    <dgm:cxn modelId="{190D3886-FF19-4BD6-9FCC-B2588EA0E1FC}" type="presOf" srcId="{A0C821F5-2538-4962-8E77-4D5FA21292E9}" destId="{2D6A1E25-430F-42A9-94A2-ED5678504134}" srcOrd="0" destOrd="0" presId="urn:microsoft.com/office/officeart/2005/8/layout/orgChart1"/>
    <dgm:cxn modelId="{2E7CB6FC-628D-4E67-B796-31CABE219124}" srcId="{D0744AEA-DBB6-4630-B9F1-C5B61931DB64}" destId="{578C7B0B-769F-4958-AEC3-66A21C996B3B}" srcOrd="1" destOrd="0" parTransId="{3A6E0CF4-849E-4C94-9929-91AFB0FF603C}" sibTransId="{82DEA62F-20A4-46B1-8489-982701EB4D23}"/>
    <dgm:cxn modelId="{A90AA30E-3998-4713-85FF-5848E6332638}" type="presOf" srcId="{D102DCB2-AEE7-4EA5-A251-116AFFDED0B5}" destId="{0784822B-AB6A-49B4-9AB0-2E1107943E94}" srcOrd="1" destOrd="0" presId="urn:microsoft.com/office/officeart/2005/8/layout/orgChart1"/>
    <dgm:cxn modelId="{524776A7-C93A-4122-8113-0A590A398081}" type="presOf" srcId="{CA93E8CE-8529-4A68-BF50-032E6A941453}" destId="{7A5F0159-D6DA-4014-B9B3-0348935D302F}" srcOrd="0" destOrd="0" presId="urn:microsoft.com/office/officeart/2005/8/layout/orgChart1"/>
    <dgm:cxn modelId="{6F7F7FDB-3DB3-422F-BB8B-21B0AD46D319}" type="presOf" srcId="{C13BF55D-387A-4215-A7F5-2613A2738F26}" destId="{5397B66E-2971-405D-856F-4D2EFDE12E5B}" srcOrd="1" destOrd="0" presId="urn:microsoft.com/office/officeart/2005/8/layout/orgChart1"/>
    <dgm:cxn modelId="{17341B04-9276-4A7B-9619-644253C2EE68}" srcId="{A4412467-229C-42FC-92D9-C23770967A89}" destId="{DC219470-F533-4909-9D55-29527D853F16}" srcOrd="1" destOrd="0" parTransId="{CE238D8E-85C4-43E5-9385-51691C7F6B33}" sibTransId="{7281B7D7-B683-4105-B127-EAAFC024FEDC}"/>
    <dgm:cxn modelId="{27DDF102-ACED-44C2-BB71-A14DC4A68B3A}" type="presOf" srcId="{85AFD6D8-E9B1-48D4-95E6-05576907FD51}" destId="{1A1D1CC3-FCD4-42FA-98E5-09782643B386}" srcOrd="0" destOrd="0" presId="urn:microsoft.com/office/officeart/2005/8/layout/orgChart1"/>
    <dgm:cxn modelId="{B3B94853-D5ED-4B48-9684-0AF728F1315C}" type="presOf" srcId="{CEBC95E9-EABC-491F-975C-8398CFCAE0F2}" destId="{DDB4E1DC-58D7-4C7F-8E2A-80E14A6601D2}" srcOrd="0" destOrd="0" presId="urn:microsoft.com/office/officeart/2005/8/layout/orgChart1"/>
    <dgm:cxn modelId="{AEFCEDD3-AB26-44C9-911F-90216C4420DD}" type="presOf" srcId="{DC219470-F533-4909-9D55-29527D853F16}" destId="{2D00EF9E-4D43-4EEC-B5E5-933E9C104AFD}" srcOrd="1" destOrd="0" presId="urn:microsoft.com/office/officeart/2005/8/layout/orgChart1"/>
    <dgm:cxn modelId="{5E2AAF2B-455E-4180-9E98-905D4C71FBAA}" type="presOf" srcId="{355C15EC-D2C3-441A-86AE-06DAA45F5D06}" destId="{17D183E3-3E2F-43E0-BC60-DD420AB1B373}" srcOrd="0" destOrd="0" presId="urn:microsoft.com/office/officeart/2005/8/layout/orgChart1"/>
    <dgm:cxn modelId="{D89B4975-F274-406A-BC85-EED4AE117AC7}" type="presOf" srcId="{5DD0AE9A-CE5A-449C-983C-DD4BAC116300}" destId="{CE2FAB6F-42E4-4DA3-A5A8-D1E7E699B29B}" srcOrd="1" destOrd="0" presId="urn:microsoft.com/office/officeart/2005/8/layout/orgChart1"/>
    <dgm:cxn modelId="{9108F095-89BC-4497-A246-C26DFC8E4F94}" type="presOf" srcId="{F691E247-378D-4FE5-AE90-4FBBAD841C49}" destId="{4E22F1E2-1FC3-43A2-B9DD-3370034CCF53}" srcOrd="0" destOrd="0" presId="urn:microsoft.com/office/officeart/2005/8/layout/orgChart1"/>
    <dgm:cxn modelId="{AC315D62-59A0-439D-B0BE-82FC4A85852D}" type="presOf" srcId="{C13BF55D-387A-4215-A7F5-2613A2738F26}" destId="{AEBEFB2D-B7AF-4214-950E-67978430F952}" srcOrd="0" destOrd="0" presId="urn:microsoft.com/office/officeart/2005/8/layout/orgChart1"/>
    <dgm:cxn modelId="{D0B4100E-3959-47E0-B076-F27B6B0F8B82}" type="presOf" srcId="{67625EF3-0923-405C-BDE5-CB1175112101}" destId="{F88B4DBC-8668-48C7-B8E7-179B0C9377B7}" srcOrd="0" destOrd="0" presId="urn:microsoft.com/office/officeart/2005/8/layout/orgChart1"/>
    <dgm:cxn modelId="{D38C00CB-3491-4119-B787-DF0E4D15BF78}" type="presOf" srcId="{B611A584-560C-47CD-9DD4-D0738DDB9F64}" destId="{A5EE337F-C2E1-45BE-9AB3-67F830FE20B9}" srcOrd="1" destOrd="0" presId="urn:microsoft.com/office/officeart/2005/8/layout/orgChart1"/>
    <dgm:cxn modelId="{190D03F8-1029-4666-949D-4F9906CC963A}" type="presOf" srcId="{EB842386-2479-4D3C-8DE6-BE6D9E8D4582}" destId="{2559945A-7DBB-494D-8F7A-58EC5D86BDB0}" srcOrd="0" destOrd="0" presId="urn:microsoft.com/office/officeart/2005/8/layout/orgChart1"/>
    <dgm:cxn modelId="{3039C0D9-2FF2-4ED7-8381-20489323D5D5}" type="presOf" srcId="{D102DCB2-AEE7-4EA5-A251-116AFFDED0B5}" destId="{D4C3E692-0F23-4F15-B144-6F66E1914387}" srcOrd="0" destOrd="0" presId="urn:microsoft.com/office/officeart/2005/8/layout/orgChart1"/>
    <dgm:cxn modelId="{A7DEECC3-53F0-48D5-B486-618FBDC9852D}" type="presOf" srcId="{69EFE475-B6DF-43FC-A82D-30AD00CEC1D7}" destId="{0D9B609D-D47A-496F-8CB9-A6CB62B4BC6B}" srcOrd="0" destOrd="0" presId="urn:microsoft.com/office/officeart/2005/8/layout/orgChart1"/>
    <dgm:cxn modelId="{6C19B30F-150D-4FA9-A3D5-F23A25CBFBFC}" type="presOf" srcId="{55883F51-CDA4-41F8-9582-31C3C2A45330}" destId="{ECF04685-5B85-4249-B8FB-8317C8A61382}" srcOrd="1" destOrd="0" presId="urn:microsoft.com/office/officeart/2005/8/layout/orgChart1"/>
    <dgm:cxn modelId="{C8CC102C-582B-4520-B51A-B9ABC8A8AFCD}" type="presOf" srcId="{F0B0E9CA-A68D-487D-9D86-DBC1CB82B925}" destId="{75226071-4972-46D8-ADA0-DC9158375FA8}" srcOrd="1" destOrd="0" presId="urn:microsoft.com/office/officeart/2005/8/layout/orgChart1"/>
    <dgm:cxn modelId="{203A1461-BA8F-4167-AF7C-83DA31798326}" type="presOf" srcId="{B0EBEDA6-84C6-4907-B914-A3485C7B78D5}" destId="{DE77D0A5-9522-487A-B4A6-9DB3C6E8C80A}" srcOrd="0" destOrd="0" presId="urn:microsoft.com/office/officeart/2005/8/layout/orgChart1"/>
    <dgm:cxn modelId="{2DC11866-D007-480A-9448-CC73C2BA5613}" type="presOf" srcId="{D547A4CD-19B5-46E1-BF07-669C7C04BB81}" destId="{56E77D1D-6637-4D14-B2C4-AC7C47930071}" srcOrd="1" destOrd="0" presId="urn:microsoft.com/office/officeart/2005/8/layout/orgChart1"/>
    <dgm:cxn modelId="{8F3264A2-5855-4EB0-A87C-A178BE098467}" type="presOf" srcId="{01935C6C-CC1A-4476-9E8C-F604B06DB65E}" destId="{91D8F6AF-5FEC-46C1-99C0-B8D98A6A372E}" srcOrd="0" destOrd="0" presId="urn:microsoft.com/office/officeart/2005/8/layout/orgChart1"/>
    <dgm:cxn modelId="{78D7155D-93C4-4776-9E09-EFE2DBD5A2F1}" srcId="{38349848-F363-4D6E-AB10-14092A1D58E3}" destId="{F8D8611E-13E3-492A-AA84-DA8AA8FAE7D3}" srcOrd="0" destOrd="0" parTransId="{B26BAE46-BE50-4E5B-9BD8-A6D99C92E886}" sibTransId="{C8F8D616-67EC-40AE-B2C3-62C3FFCB1BE6}"/>
    <dgm:cxn modelId="{19F3C464-DB97-4EF4-8ED6-B571367D8617}" type="presOf" srcId="{1D6FC9C3-D72A-4D20-935B-C0CB0410A8A0}" destId="{2C70D09B-D904-47B0-80B8-25BFFE9E6F77}" srcOrd="0" destOrd="0" presId="urn:microsoft.com/office/officeart/2005/8/layout/orgChart1"/>
    <dgm:cxn modelId="{16F6F40F-0A57-43A1-8A3E-986F8D884C4F}" type="presOf" srcId="{55883F51-CDA4-41F8-9582-31C3C2A45330}" destId="{E6BE6D01-C2B4-4B0D-A164-1CA029C77D0C}" srcOrd="0" destOrd="0" presId="urn:microsoft.com/office/officeart/2005/8/layout/orgChart1"/>
    <dgm:cxn modelId="{6CFCAEE4-A23C-45D5-A633-8F3F0ED8668A}" srcId="{578C7B0B-769F-4958-AEC3-66A21C996B3B}" destId="{B0E4116D-1C75-489F-B75A-CF8380721E94}" srcOrd="1" destOrd="0" parTransId="{5AD3B31E-0824-4EF3-8BD8-F9ECDCA70DDB}" sibTransId="{32C36115-795B-4CE8-A52B-A99A22BC4CE3}"/>
    <dgm:cxn modelId="{4FFE2114-E5B3-40AA-8B46-485DFCC0AD1C}" type="presOf" srcId="{A8808D47-483F-4F9C-A906-9CA8724035CF}" destId="{4E1C0FAE-1DBF-47A6-9B2E-4C92C64791A6}" srcOrd="1" destOrd="0" presId="urn:microsoft.com/office/officeart/2005/8/layout/orgChart1"/>
    <dgm:cxn modelId="{E2B5B323-1CB8-4432-9B60-88BB2F26DB06}" type="presOf" srcId="{1D6FC9C3-D72A-4D20-935B-C0CB0410A8A0}" destId="{44F127B5-FD4B-4A62-B709-7ABD23D92676}" srcOrd="1" destOrd="0" presId="urn:microsoft.com/office/officeart/2005/8/layout/orgChart1"/>
    <dgm:cxn modelId="{E4AE75FD-1D85-4F4B-8378-EFF5124BC089}" type="presOf" srcId="{35AAA987-6F95-4809-BB85-DB00D895B4B4}" destId="{CB389196-DCB8-4632-A6E7-6D6BF0D3660D}" srcOrd="1" destOrd="0" presId="urn:microsoft.com/office/officeart/2005/8/layout/orgChart1"/>
    <dgm:cxn modelId="{70A22E4B-E5CE-43A3-A931-A1D6E93AA1BD}" type="presOf" srcId="{F6371BC7-A1C1-48CD-83CF-0B3E4B2E89EE}" destId="{68F5FA3B-76D3-4C57-84EB-3F5BC1AEDA05}" srcOrd="1" destOrd="0" presId="urn:microsoft.com/office/officeart/2005/8/layout/orgChart1"/>
    <dgm:cxn modelId="{69872380-9959-45B7-9BD0-B127BAA6913B}" srcId="{F6371BC7-A1C1-48CD-83CF-0B3E4B2E89EE}" destId="{F0B0E9CA-A68D-487D-9D86-DBC1CB82B925}" srcOrd="1" destOrd="0" parTransId="{EB842386-2479-4D3C-8DE6-BE6D9E8D4582}" sibTransId="{B7093A60-E579-4DD4-9913-D922682CF11A}"/>
    <dgm:cxn modelId="{3AFA52E2-0919-4244-93DB-66FF619517D3}" type="presOf" srcId="{1601C2FE-B6E4-467E-A099-00E53C2B61E3}" destId="{6D184194-5737-4C0B-8774-198209D98B6E}" srcOrd="0" destOrd="0" presId="urn:microsoft.com/office/officeart/2005/8/layout/orgChart1"/>
    <dgm:cxn modelId="{D243621F-3F97-403A-9B1D-3BBB6BFD5311}" type="presOf" srcId="{8BB20D8E-B00D-49BD-9354-B319763C074F}" destId="{DE69E1C7-ADDB-49F2-B5A4-ABF8BD9252A8}" srcOrd="0" destOrd="0" presId="urn:microsoft.com/office/officeart/2005/8/layout/orgChart1"/>
    <dgm:cxn modelId="{D7E85F47-968B-4C8F-A068-4E170159E924}" type="presOf" srcId="{4801C3F1-7F03-41E2-A043-D59547D517C8}" destId="{B3A23EFE-0968-4FBE-B8A3-F3ECA1797B62}" srcOrd="1" destOrd="0" presId="urn:microsoft.com/office/officeart/2005/8/layout/orgChart1"/>
    <dgm:cxn modelId="{C750ED80-63BB-48B9-BD07-1A677ADB7B93}" type="presOf" srcId="{153CF989-02A6-4C4C-979B-38E477CD12EB}" destId="{5D3E6F8D-776D-4171-BFBC-301D18AE9861}" srcOrd="0" destOrd="0" presId="urn:microsoft.com/office/officeart/2005/8/layout/orgChart1"/>
    <dgm:cxn modelId="{2A05546E-41CB-413F-A5A6-C6C374B26C53}" type="presOf" srcId="{D0744AEA-DBB6-4630-B9F1-C5B61931DB64}" destId="{B69D9DEA-6844-4F10-BDBA-2100F653FF89}" srcOrd="0" destOrd="0" presId="urn:microsoft.com/office/officeart/2005/8/layout/orgChart1"/>
    <dgm:cxn modelId="{B6B6F831-92E5-4D62-B306-B20639CB05C0}" type="presOf" srcId="{A8808D47-483F-4F9C-A906-9CA8724035CF}" destId="{08FBC763-6FCB-4AE9-A12F-82D0EDA8991E}" srcOrd="0" destOrd="0" presId="urn:microsoft.com/office/officeart/2005/8/layout/orgChart1"/>
    <dgm:cxn modelId="{DAB51CAC-5A4B-48C4-9209-2652569AB354}" type="presOf" srcId="{40E83873-EB8B-46E5-AE5B-F51E02C2C9CE}" destId="{FBDA3659-A8AE-40BC-A84C-849F45FE2ED3}" srcOrd="0" destOrd="0" presId="urn:microsoft.com/office/officeart/2005/8/layout/orgChart1"/>
    <dgm:cxn modelId="{F64BA2F4-63B3-4311-AB1C-0345C13D361E}" type="presOf" srcId="{57BA2206-467C-40D3-BF39-1DCADAC8927B}" destId="{D18497A4-1BD6-45E6-80F0-F8FA3F6C6E7C}" srcOrd="0" destOrd="0" presId="urn:microsoft.com/office/officeart/2005/8/layout/orgChart1"/>
    <dgm:cxn modelId="{98DEDA27-EE56-481A-9CFC-D0A066843E43}" type="presOf" srcId="{ED2BC7C9-0241-4575-BC08-E6C838D1E8A5}" destId="{9EE0D99C-FA39-4D4B-BA64-2F787993FD79}" srcOrd="0" destOrd="0" presId="urn:microsoft.com/office/officeart/2005/8/layout/orgChart1"/>
    <dgm:cxn modelId="{7D432AAF-158E-41DD-B353-DF6B5421B86F}" type="presOf" srcId="{E4B55EF1-38B9-4270-B044-C7E370825075}" destId="{361468FA-8B6F-491A-BDB3-6BA7F93CB14A}" srcOrd="0" destOrd="0" presId="urn:microsoft.com/office/officeart/2005/8/layout/orgChart1"/>
    <dgm:cxn modelId="{37E54C42-1740-4AAB-8D4F-25C171CB7B22}" type="presOf" srcId="{85AFD6D8-E9B1-48D4-95E6-05576907FD51}" destId="{18BE30F4-ED04-4D93-BB1F-6BFF1C24172C}" srcOrd="1" destOrd="0" presId="urn:microsoft.com/office/officeart/2005/8/layout/orgChart1"/>
    <dgm:cxn modelId="{18662B18-782E-4720-A8A3-2D8001CA2C5D}" type="presOf" srcId="{B0E4116D-1C75-489F-B75A-CF8380721E94}" destId="{5C6F468A-0927-434A-AEB5-9A965E36A662}" srcOrd="1" destOrd="0" presId="urn:microsoft.com/office/officeart/2005/8/layout/orgChart1"/>
    <dgm:cxn modelId="{17A613D6-76F4-4E1E-BB4B-C093E6CE8A81}" type="presOf" srcId="{FE15D622-F88C-4A1D-9676-50A6FD2DA51D}" destId="{35D030ED-E2A2-46F0-B765-2870E0589EA3}" srcOrd="0" destOrd="0" presId="urn:microsoft.com/office/officeart/2005/8/layout/orgChart1"/>
    <dgm:cxn modelId="{81611C50-582C-4DA1-AC8E-4AC873423C48}" type="presOf" srcId="{578C7B0B-769F-4958-AEC3-66A21C996B3B}" destId="{D333FB8C-2245-43C6-946D-6CACC86B130B}" srcOrd="0" destOrd="0" presId="urn:microsoft.com/office/officeart/2005/8/layout/orgChart1"/>
    <dgm:cxn modelId="{603BF351-0D37-4760-8BEA-252C2C53D789}" srcId="{35AAA987-6F95-4809-BB85-DB00D895B4B4}" destId="{AB4F6CCF-C809-4726-BED6-8A878D11EC08}" srcOrd="1" destOrd="0" parTransId="{4975911C-30D9-445B-827C-41D62B7E17A2}" sibTransId="{0FEA064C-76A1-4CBB-93A0-D619F3B5ABB5}"/>
    <dgm:cxn modelId="{88AF7196-96A4-4E95-AFE4-93BE462E6534}" type="presOf" srcId="{67625EF3-0923-405C-BDE5-CB1175112101}" destId="{BC58B09F-7450-4B03-99C6-8E16234215E2}" srcOrd="1" destOrd="0" presId="urn:microsoft.com/office/officeart/2005/8/layout/orgChart1"/>
    <dgm:cxn modelId="{BFBE65C8-8ABD-44CF-B0C8-3EB351374E3F}" type="presOf" srcId="{4975911C-30D9-445B-827C-41D62B7E17A2}" destId="{DBC82A91-8F2A-412C-8A69-BB89A4C7BE6C}" srcOrd="0" destOrd="0" presId="urn:microsoft.com/office/officeart/2005/8/layout/orgChart1"/>
    <dgm:cxn modelId="{E00FC2DB-BFEB-4889-B996-D7B8C7D03C4E}" srcId="{355C15EC-D2C3-441A-86AE-06DAA45F5D06}" destId="{A78BACB9-5A5C-4658-BE21-C0EACBCC7052}" srcOrd="0" destOrd="0" parTransId="{379C9C35-D801-42E7-8334-602E9DB638C7}" sibTransId="{51A4CD87-976B-42DD-AEC1-D77CAB6E0634}"/>
    <dgm:cxn modelId="{7BE9A23A-FA3B-42A6-B939-5341F007A9A3}" srcId="{424D21C5-A5D6-4C1D-B2CD-3159698E801A}" destId="{1D6FC9C3-D72A-4D20-935B-C0CB0410A8A0}" srcOrd="0" destOrd="0" parTransId="{933F6F3E-DF91-43F3-A92D-6B866B49F2CD}" sibTransId="{DB22E816-E7DD-46A9-8D7E-C6B77E9E7045}"/>
    <dgm:cxn modelId="{809897F4-4A93-4034-8DD7-AD048B6BC7F2}" type="presOf" srcId="{DE4CFDC4-A3CA-4FA4-B5EA-747D4103A255}" destId="{3EDBFDA2-1EC1-4817-9D32-649DD6AF368B}" srcOrd="0" destOrd="0" presId="urn:microsoft.com/office/officeart/2005/8/layout/orgChart1"/>
    <dgm:cxn modelId="{DEC693DF-44C7-4446-B3F7-616E37D7DBF7}" type="presOf" srcId="{578C7B0B-769F-4958-AEC3-66A21C996B3B}" destId="{C0D8FFCE-FD40-4E5C-AF9B-74AF293D1AB0}" srcOrd="1" destOrd="0" presId="urn:microsoft.com/office/officeart/2005/8/layout/orgChart1"/>
    <dgm:cxn modelId="{9274A90A-ACE3-4312-AFAC-1D89FF1B63C7}" type="presOf" srcId="{44FE18F8-027C-4538-BFD8-E24A11A03CA9}" destId="{CC497E1A-2C5F-4844-BCB9-E19B3CBF6ABF}" srcOrd="0" destOrd="0" presId="urn:microsoft.com/office/officeart/2005/8/layout/orgChart1"/>
    <dgm:cxn modelId="{DEC46410-715D-4E1F-882D-874721D975A5}" type="presOf" srcId="{CEBC95E9-EABC-491F-975C-8398CFCAE0F2}" destId="{EA396600-32BF-448C-A7A4-64544B448F47}" srcOrd="1" destOrd="0" presId="urn:microsoft.com/office/officeart/2005/8/layout/orgChart1"/>
    <dgm:cxn modelId="{92EDEE22-AAAF-42F2-B684-46139E19DDA1}" srcId="{6C3AFB30-AD5D-444D-8A00-56B065EE9CB3}" destId="{84B0EE51-0B41-4999-8D8F-50E2AFCDDD33}" srcOrd="0" destOrd="0" parTransId="{FE15D622-F88C-4A1D-9676-50A6FD2DA51D}" sibTransId="{BA3EFD92-5785-4788-B8FD-BC0A8F16DB46}"/>
    <dgm:cxn modelId="{2485DA06-F95F-4BEF-AD80-7CBBD86C9A0D}" type="presOf" srcId="{424D21C5-A5D6-4C1D-B2CD-3159698E801A}" destId="{2126175A-54D1-4B22-991E-CA29502465F8}" srcOrd="1" destOrd="0" presId="urn:microsoft.com/office/officeart/2005/8/layout/orgChart1"/>
    <dgm:cxn modelId="{13ED66D0-102B-40BF-9A5D-76B81AA81340}" type="presOf" srcId="{FC77110C-A5C6-4D00-8EB7-B72C96DD7D7F}" destId="{E870CC5A-28BA-402E-B370-05C82B89C5C6}" srcOrd="0" destOrd="0" presId="urn:microsoft.com/office/officeart/2005/8/layout/orgChart1"/>
    <dgm:cxn modelId="{DBE2D32D-7DCE-4207-8495-3163E9B6FE22}" type="presOf" srcId="{CE238D8E-85C4-43E5-9385-51691C7F6B33}" destId="{AB25BE09-DAA2-48AF-A43C-97E9E177064B}" srcOrd="0" destOrd="0" presId="urn:microsoft.com/office/officeart/2005/8/layout/orgChart1"/>
    <dgm:cxn modelId="{442AFFED-E409-4BD1-9384-1F57F54C1FA8}" type="presOf" srcId="{38349848-F363-4D6E-AB10-14092A1D58E3}" destId="{7BC5BBC2-1162-4F97-9365-D0A8CF872177}" srcOrd="0" destOrd="0" presId="urn:microsoft.com/office/officeart/2005/8/layout/orgChart1"/>
    <dgm:cxn modelId="{6B137C67-5BCA-4B13-9ADF-AE4F9426BF77}" type="presOf" srcId="{F6371BC7-A1C1-48CD-83CF-0B3E4B2E89EE}" destId="{90E8B7A2-2213-4626-92F0-A4B06A41D140}" srcOrd="0" destOrd="0" presId="urn:microsoft.com/office/officeart/2005/8/layout/orgChart1"/>
    <dgm:cxn modelId="{391D7BFC-B705-44BE-B2DC-3CBD5953D0C7}" type="presOf" srcId="{3A90D0BA-0A47-4819-99DA-8A72A4CCD3A1}" destId="{747E84DB-9F45-4B85-90C2-1516A9966D7A}" srcOrd="0" destOrd="0" presId="urn:microsoft.com/office/officeart/2005/8/layout/orgChart1"/>
    <dgm:cxn modelId="{D8F6A6E5-43F8-4360-A2A8-2B779F1EB8B6}" srcId="{4801C3F1-7F03-41E2-A043-D59547D517C8}" destId="{B516FB12-5E74-4407-81A6-164CCBFE5A62}" srcOrd="0" destOrd="0" parTransId="{B74292B1-7D3C-4C02-AF70-40B4DE3443C2}" sibTransId="{24DB0D44-D0E0-4363-9AE6-CF1425395AAF}"/>
    <dgm:cxn modelId="{CFF59A79-B9E0-47FB-95E9-264F89263EA0}" type="presOf" srcId="{03B43D4E-D198-4509-9206-811DE47ADF51}" destId="{66ACF0D8-5624-45AC-A192-B8C6596204B8}" srcOrd="0" destOrd="0" presId="urn:microsoft.com/office/officeart/2005/8/layout/orgChart1"/>
    <dgm:cxn modelId="{616F3AE7-F5EF-40B5-A20D-F6082EB545A1}" srcId="{35AAA987-6F95-4809-BB85-DB00D895B4B4}" destId="{C2F00958-9DD3-4BEF-825F-FAA678A00558}" srcOrd="0" destOrd="0" parTransId="{B07B76B2-A357-4186-A7A3-EAF00448487F}" sibTransId="{3927E01B-F4AA-49FC-957E-DB959A218C2F}"/>
    <dgm:cxn modelId="{5EFFFAC7-F016-4D01-BA8D-CA0301FCC989}" type="presOf" srcId="{513DC103-1661-4CDA-839F-2B822A4DD0F0}" destId="{E726FC7B-A4C4-4DAC-A022-AD0AF2D6B2FB}" srcOrd="0" destOrd="0" presId="urn:microsoft.com/office/officeart/2005/8/layout/orgChart1"/>
    <dgm:cxn modelId="{352BD43C-13AD-4045-80E3-D25A8BD62519}" type="presOf" srcId="{F762CB31-B450-4FEA-9912-FC4D5D8D01F3}" destId="{F03C4AD0-BBD5-48EE-B9C4-6BF9368B22C9}" srcOrd="0" destOrd="0" presId="urn:microsoft.com/office/officeart/2005/8/layout/orgChart1"/>
    <dgm:cxn modelId="{6ECBD904-EA13-40FF-96A0-E7264BB33099}" type="presOf" srcId="{A4412467-229C-42FC-92D9-C23770967A89}" destId="{4F3760D2-DD63-43D5-BF82-94520B0AA7FE}" srcOrd="1" destOrd="0" presId="urn:microsoft.com/office/officeart/2005/8/layout/orgChart1"/>
    <dgm:cxn modelId="{FE63A089-17CF-40DC-B9DF-F3C494DFFD2D}" srcId="{CA93E8CE-8529-4A68-BF50-032E6A941453}" destId="{5BB72F2B-A30E-4986-AD4E-E7CDFE0CC595}" srcOrd="0" destOrd="0" parTransId="{432E0418-AE8C-4DFE-A138-7EA0584ADE2B}" sibTransId="{AFFD0AE2-E129-4B4D-B466-7AC043425F12}"/>
    <dgm:cxn modelId="{EB602170-931E-4861-8651-03F1E24F00DA}" type="presOf" srcId="{38349848-F363-4D6E-AB10-14092A1D58E3}" destId="{12A2E9C3-41B7-4957-A536-0DEDFCF81A40}" srcOrd="1" destOrd="0" presId="urn:microsoft.com/office/officeart/2005/8/layout/orgChart1"/>
    <dgm:cxn modelId="{A0AE7889-79EF-4551-A7FE-3AD0F2EB8820}" type="presOf" srcId="{5DD0AE9A-CE5A-449C-983C-DD4BAC116300}" destId="{845EFED8-837A-49AB-AA70-4C48BCE78C70}" srcOrd="0" destOrd="0" presId="urn:microsoft.com/office/officeart/2005/8/layout/orgChart1"/>
    <dgm:cxn modelId="{199815D8-92E3-4754-B44A-D33D41417785}" type="presOf" srcId="{5BB72F2B-A30E-4986-AD4E-E7CDFE0CC595}" destId="{16064723-D4A1-430E-949A-E0A8475EC3A4}" srcOrd="0" destOrd="0" presId="urn:microsoft.com/office/officeart/2005/8/layout/orgChart1"/>
    <dgm:cxn modelId="{D68A9B39-DDB9-4F38-9C16-397FB57C06B1}" type="presOf" srcId="{69EFE475-B6DF-43FC-A82D-30AD00CEC1D7}" destId="{2B22266B-EA2A-4CBC-A824-0B7D9F117858}" srcOrd="1" destOrd="0" presId="urn:microsoft.com/office/officeart/2005/8/layout/orgChart1"/>
    <dgm:cxn modelId="{68849D57-F199-46FC-87D5-32A6C6D51444}" type="presOf" srcId="{FC77110C-A5C6-4D00-8EB7-B72C96DD7D7F}" destId="{CCDB980F-DBB9-4F4D-A274-0687C477E7A5}" srcOrd="1" destOrd="0" presId="urn:microsoft.com/office/officeart/2005/8/layout/orgChart1"/>
    <dgm:cxn modelId="{A44CD6B4-FE5A-4ED3-B32E-408D28ACD8EE}" srcId="{B516FB12-5E74-4407-81A6-164CCBFE5A62}" destId="{DA6D9A12-CFB7-4446-85E4-3D38CA6CDFBE}" srcOrd="0" destOrd="0" parTransId="{153CF989-02A6-4C4C-979B-38E477CD12EB}" sibTransId="{0EE10F6C-5F5B-4F42-A24B-D81DD14B0F67}"/>
    <dgm:cxn modelId="{4D743254-40F7-4944-86E8-6038BF266060}" type="presOf" srcId="{E8FAD232-378F-4968-9BAC-184140C94B3D}" destId="{81530A18-B93A-4B94-88BD-F448E42DF56F}" srcOrd="0" destOrd="0" presId="urn:microsoft.com/office/officeart/2005/8/layout/orgChart1"/>
    <dgm:cxn modelId="{8830C70E-D0D1-4B53-9C97-38FF255EB5AD}" type="presOf" srcId="{AB4F6CCF-C809-4726-BED6-8A878D11EC08}" destId="{791A3687-E76D-400E-8EE6-727796F98994}" srcOrd="1" destOrd="0" presId="urn:microsoft.com/office/officeart/2005/8/layout/orgChart1"/>
    <dgm:cxn modelId="{C05D7E41-7CE6-4EAB-8BFB-C5BE750CF935}" srcId="{67625EF3-0923-405C-BDE5-CB1175112101}" destId="{B611A584-560C-47CD-9DD4-D0738DDB9F64}" srcOrd="1" destOrd="0" parTransId="{01935C6C-CC1A-4476-9E8C-F604B06DB65E}" sibTransId="{1DCDF823-CE66-428D-B077-02A6EB61B939}"/>
    <dgm:cxn modelId="{378D25A9-5790-4980-AA56-0AECCF12A9DF}" srcId="{1D6FC9C3-D72A-4D20-935B-C0CB0410A8A0}" destId="{35AAA987-6F95-4809-BB85-DB00D895B4B4}" srcOrd="0" destOrd="0" parTransId="{A0C821F5-2538-4962-8E77-4D5FA21292E9}" sibTransId="{F50BB39B-F609-490A-96A0-12A8193FD871}"/>
    <dgm:cxn modelId="{1A9B37AF-E9B4-4A31-92E4-6D01775854F2}" type="presOf" srcId="{D547A4CD-19B5-46E1-BF07-669C7C04BB81}" destId="{6F92CE2B-4C4D-4A2C-A34E-CB5062DC2713}" srcOrd="0" destOrd="0" presId="urn:microsoft.com/office/officeart/2005/8/layout/orgChart1"/>
    <dgm:cxn modelId="{B330869F-2E1F-4864-8725-8E76C6E568C3}" type="presOf" srcId="{DC219470-F533-4909-9D55-29527D853F16}" destId="{13173073-4369-489F-8915-C747FA4DDB18}" srcOrd="0" destOrd="0" presId="urn:microsoft.com/office/officeart/2005/8/layout/orgChart1"/>
    <dgm:cxn modelId="{4FBA5870-CFB0-431B-822B-ADDBC12835A9}" type="presOf" srcId="{6C3AFB30-AD5D-444D-8A00-56B065EE9CB3}" destId="{41621172-11D2-4334-AD7A-45894929CF39}" srcOrd="1" destOrd="0" presId="urn:microsoft.com/office/officeart/2005/8/layout/orgChart1"/>
    <dgm:cxn modelId="{639EFBE2-00B7-4AB9-B5F8-39DD7EFC726C}" type="presOf" srcId="{C2F00958-9DD3-4BEF-825F-FAA678A00558}" destId="{0E4072F9-A8A0-422D-9335-628EC9D6657E}" srcOrd="1" destOrd="0" presId="urn:microsoft.com/office/officeart/2005/8/layout/orgChart1"/>
    <dgm:cxn modelId="{63FB4923-CFDF-4F22-B629-947D1FB658A3}" type="presOf" srcId="{1601C2FE-B6E4-467E-A099-00E53C2B61E3}" destId="{DD9F616E-D76A-4AD4-820F-1F9FDCFFD773}" srcOrd="1" destOrd="0" presId="urn:microsoft.com/office/officeart/2005/8/layout/orgChart1"/>
    <dgm:cxn modelId="{6564DF46-F457-46AA-B9F6-BC0835EF4390}" type="presOf" srcId="{67D30CE7-8F0C-4547-A758-7D56A321342F}" destId="{72ED17C9-CDDF-4922-B2F2-457A0F3EA0A2}" srcOrd="0" destOrd="0" presId="urn:microsoft.com/office/officeart/2005/8/layout/orgChart1"/>
    <dgm:cxn modelId="{50D9FDC5-73BB-4A24-A49F-1BB95766D8F7}" srcId="{A4412467-229C-42FC-92D9-C23770967A89}" destId="{5DD0AE9A-CE5A-449C-983C-DD4BAC116300}" srcOrd="0" destOrd="0" parTransId="{4C6F07BB-6F17-41D9-B6B9-3D01455C2DC1}" sibTransId="{56A4D731-574E-4E88-BB51-1392E5F2B424}"/>
    <dgm:cxn modelId="{AFA367A0-3B75-410F-9B03-7B03C5A6360A}" type="presOf" srcId="{35AAA987-6F95-4809-BB85-DB00D895B4B4}" destId="{1517EF90-4380-4930-B969-DAC255FA68FF}" srcOrd="0" destOrd="0" presId="urn:microsoft.com/office/officeart/2005/8/layout/orgChart1"/>
    <dgm:cxn modelId="{913E133E-DD9A-423E-B826-3FAF1ED8F528}" type="presOf" srcId="{5D531640-9EA8-41D8-9926-D38D9706049D}" destId="{AE2DF685-3F67-4586-A0AD-FCD512B8E079}" srcOrd="0" destOrd="0" presId="urn:microsoft.com/office/officeart/2005/8/layout/orgChart1"/>
    <dgm:cxn modelId="{27833952-C10C-4517-9516-8AFDD7BDA4E6}" type="presOf" srcId="{B0E4116D-1C75-489F-B75A-CF8380721E94}" destId="{9384C0B5-59B0-4508-BB71-488B537BEC3F}" srcOrd="0" destOrd="0" presId="urn:microsoft.com/office/officeart/2005/8/layout/orgChart1"/>
    <dgm:cxn modelId="{5BC4C599-B3FC-4508-92A9-9BED34308EF4}" type="presOf" srcId="{933F6F3E-DF91-43F3-A92D-6B866B49F2CD}" destId="{3DCD40CA-F407-4F97-93E3-BC9005827AF4}" srcOrd="0" destOrd="0" presId="urn:microsoft.com/office/officeart/2005/8/layout/orgChart1"/>
    <dgm:cxn modelId="{20ECD0E5-CF92-4623-AE0B-94DEA1319B60}" srcId="{ED2BC7C9-0241-4575-BC08-E6C838D1E8A5}" destId="{1601C2FE-B6E4-467E-A099-00E53C2B61E3}" srcOrd="1" destOrd="0" parTransId="{68F3FD88-2670-4BE8-A7EB-CEF2070A6607}" sibTransId="{43E3D65F-C1D5-480C-BC19-7B460AFFFD51}"/>
    <dgm:cxn modelId="{500BBCD4-FCD7-4036-AC4C-0039C55E0890}" srcId="{DC219470-F533-4909-9D55-29527D853F16}" destId="{85AFD6D8-E9B1-48D4-95E6-05576907FD51}" srcOrd="0" destOrd="0" parTransId="{9AE11C8D-7BAD-418F-8652-53B7782D71B5}" sibTransId="{D6CFE037-7597-4755-9CF7-8231E8E0C9E8}"/>
    <dgm:cxn modelId="{0BC728F0-BEF0-4A47-8B61-652F8AE4DD92}" type="presOf" srcId="{A4412467-229C-42FC-92D9-C23770967A89}" destId="{361B05CA-CF43-4EC7-B17E-16A586D38CF8}" srcOrd="0" destOrd="0" presId="urn:microsoft.com/office/officeart/2005/8/layout/orgChart1"/>
    <dgm:cxn modelId="{F0137A27-9894-4F55-A9B4-E4EB7511ECA8}" srcId="{FC77110C-A5C6-4D00-8EB7-B72C96DD7D7F}" destId="{CA93E8CE-8529-4A68-BF50-032E6A941453}" srcOrd="0" destOrd="0" parTransId="{A2F7C6A0-C649-445E-A446-563D1EEC9264}" sibTransId="{FE61A44C-31FE-42F3-858E-A65253CF9DBF}"/>
    <dgm:cxn modelId="{63A353E8-B3D1-4056-AFAF-8E9E4035BBAD}" srcId="{B0E4116D-1C75-489F-B75A-CF8380721E94}" destId="{F6371BC7-A1C1-48CD-83CF-0B3E4B2E89EE}" srcOrd="0" destOrd="0" parTransId="{724C2F0E-2233-448C-BAF6-53373333F8ED}" sibTransId="{665A4983-A657-4BB5-942A-DF5244BE3D0B}"/>
    <dgm:cxn modelId="{9BF9BB93-FA0B-47B9-84A4-05482B5A62C1}" srcId="{578C7B0B-769F-4958-AEC3-66A21C996B3B}" destId="{D547A4CD-19B5-46E1-BF07-669C7C04BB81}" srcOrd="0" destOrd="0" parTransId="{363482C4-41E7-4AB4-9E8B-4155385EE0A1}" sibTransId="{A24C6B24-C60C-4108-8B22-F4883CB05786}"/>
    <dgm:cxn modelId="{5BDB27C9-F9AF-4B3A-AB19-B4F980D6890E}" type="presOf" srcId="{C2F00958-9DD3-4BEF-825F-FAA678A00558}" destId="{060D3020-6062-4CB2-99B7-D7C0C43D6E7F}" srcOrd="0" destOrd="0" presId="urn:microsoft.com/office/officeart/2005/8/layout/orgChart1"/>
    <dgm:cxn modelId="{E3E73984-C38D-419C-86B7-9C300A8BF61C}" srcId="{DA6D9A12-CFB7-4446-85E4-3D38CA6CDFBE}" destId="{CEBC95E9-EABC-491F-975C-8398CFCAE0F2}" srcOrd="0" destOrd="0" parTransId="{F762CB31-B450-4FEA-9912-FC4D5D8D01F3}" sibTransId="{BE9F4F84-545B-43F9-A40E-51B293CA0097}"/>
    <dgm:cxn modelId="{0CBA3883-23E9-4BE0-91CE-6C6C00673EF3}" type="presOf" srcId="{F8D8611E-13E3-492A-AA84-DA8AA8FAE7D3}" destId="{D377FC22-17A2-4B6F-AD9C-6FF9B589BE39}" srcOrd="0" destOrd="0" presId="urn:microsoft.com/office/officeart/2005/8/layout/orgChart1"/>
    <dgm:cxn modelId="{1E0CA4B5-8563-4953-8869-9C29DE4A8BEA}" srcId="{ED2BC7C9-0241-4575-BC08-E6C838D1E8A5}" destId="{D102DCB2-AEE7-4EA5-A251-116AFFDED0B5}" srcOrd="0" destOrd="0" parTransId="{8BB20D8E-B00D-49BD-9354-B319763C074F}" sibTransId="{7F35142C-1537-445E-BDF2-B79027E950A3}"/>
    <dgm:cxn modelId="{34008DB9-F05F-4100-9548-A483F25055ED}" srcId="{D0744AEA-DBB6-4630-B9F1-C5B61931DB64}" destId="{ED2BC7C9-0241-4575-BC08-E6C838D1E8A5}" srcOrd="0" destOrd="0" parTransId="{E8FAD232-378F-4968-9BAC-184140C94B3D}" sibTransId="{80C09FA8-6193-440B-94B6-D648021ADEB9}"/>
    <dgm:cxn modelId="{6C7A7685-7A7C-4150-AA1D-441131EB6CF1}" type="presOf" srcId="{84B0EE51-0B41-4999-8D8F-50E2AFCDDD33}" destId="{3B4BE0B1-63C3-41E4-A487-5EDFEB0B0FEF}" srcOrd="1" destOrd="0" presId="urn:microsoft.com/office/officeart/2005/8/layout/orgChart1"/>
    <dgm:cxn modelId="{49290860-213E-476B-9615-D0F125ACEF6E}" type="presOf" srcId="{CA93E8CE-8529-4A68-BF50-032E6A941453}" destId="{B46DFC56-2569-40C2-8AEE-12CDBD1AFE22}" srcOrd="1" destOrd="0" presId="urn:microsoft.com/office/officeart/2005/8/layout/orgChart1"/>
    <dgm:cxn modelId="{AFC5A7DF-4CC1-4ADF-A6DD-1A59ADE315DD}" type="presOf" srcId="{A78BACB9-5A5C-4658-BE21-C0EACBCC7052}" destId="{A458C12F-86CB-4D2B-80DF-DAE00EF19DC8}" srcOrd="1" destOrd="0" presId="urn:microsoft.com/office/officeart/2005/8/layout/orgChart1"/>
    <dgm:cxn modelId="{AB20FCEE-7F66-45B3-975C-F8E8241596D0}" srcId="{F0B0E9CA-A68D-487D-9D86-DBC1CB82B925}" destId="{5D531640-9EA8-41D8-9926-D38D9706049D}" srcOrd="0" destOrd="0" parTransId="{3A90D0BA-0A47-4819-99DA-8A72A4CCD3A1}" sibTransId="{F5844B45-FD84-4862-B0FD-9150FF1FA499}"/>
    <dgm:cxn modelId="{59F11EF6-8C22-4CE8-9FD7-74B6B3835B34}" type="presOf" srcId="{4C6F07BB-6F17-41D9-B6B9-3D01455C2DC1}" destId="{7710C44A-6518-4D25-8095-40853506E726}" srcOrd="0" destOrd="0" presId="urn:microsoft.com/office/officeart/2005/8/layout/orgChart1"/>
    <dgm:cxn modelId="{4BBBADC3-53C8-49BE-AAEB-003FC1F61DFA}" srcId="{F6371BC7-A1C1-48CD-83CF-0B3E4B2E89EE}" destId="{C13BF55D-387A-4215-A7F5-2613A2738F26}" srcOrd="0" destOrd="0" parTransId="{57BA2206-467C-40D3-BF39-1DCADAC8927B}" sibTransId="{16BDA270-9360-4DD0-A84F-A56C480E1808}"/>
    <dgm:cxn modelId="{2473F25B-EF0B-4CEC-8B0A-F63F01DEE21B}" type="presOf" srcId="{1C34D31E-4CD3-4959-81A7-E3AB97DCF256}" destId="{C1A5D0FA-6157-4F1C-B9BB-288FF988D92E}" srcOrd="0" destOrd="0" presId="urn:microsoft.com/office/officeart/2005/8/layout/orgChart1"/>
    <dgm:cxn modelId="{41D0C254-7ACD-4B94-86B7-A7ADC7E2EF78}" type="presOf" srcId="{0F15319A-E9BD-451B-827F-549FD001388F}" destId="{B527549F-FEFE-49AB-8C57-D7CF00744314}" srcOrd="0" destOrd="0" presId="urn:microsoft.com/office/officeart/2005/8/layout/orgChart1"/>
    <dgm:cxn modelId="{DAAE79C7-0D62-4F54-94BD-0C99E4DD548B}" type="presOf" srcId="{F0B0E9CA-A68D-487D-9D86-DBC1CB82B925}" destId="{31CA500B-FDC3-46AC-9CED-BC725DC1E21E}" srcOrd="0" destOrd="0" presId="urn:microsoft.com/office/officeart/2005/8/layout/orgChart1"/>
    <dgm:cxn modelId="{B30E8C8B-2620-45EB-9A9D-80B0CC695E12}" srcId="{AB4F6CCF-C809-4726-BED6-8A878D11EC08}" destId="{69EFE475-B6DF-43FC-A82D-30AD00CEC1D7}" srcOrd="0" destOrd="0" parTransId="{F691E247-378D-4FE5-AE90-4FBBAD841C49}" sibTransId="{40468014-30A5-46F6-B16F-913FBB61BA5F}"/>
    <dgm:cxn modelId="{04F8CF3A-E421-4E24-A1FF-31125BD6ACF7}" srcId="{4801C3F1-7F03-41E2-A043-D59547D517C8}" destId="{D0744AEA-DBB6-4630-B9F1-C5B61931DB64}" srcOrd="1" destOrd="0" parTransId="{DE4CFDC4-A3CA-4FA4-B5EA-747D4103A255}" sibTransId="{603B0E7B-3289-49C8-85DE-9D14CE0F08CD}"/>
    <dgm:cxn modelId="{C78FB078-CBD1-43B9-A728-47128B00B3DB}" srcId="{DA6D9A12-CFB7-4446-85E4-3D38CA6CDFBE}" destId="{424D21C5-A5D6-4C1D-B2CD-3159698E801A}" srcOrd="1" destOrd="0" parTransId="{67D30CE7-8F0C-4547-A758-7D56A321342F}" sibTransId="{09C498AD-F2EF-4CAC-A771-B9BB7BC3D7D1}"/>
    <dgm:cxn modelId="{780D0FBF-3EE5-4DC9-916A-718CA0BDAAC3}" srcId="{D547A4CD-19B5-46E1-BF07-669C7C04BB81}" destId="{03B43D4E-D198-4509-9206-811DE47ADF51}" srcOrd="0" destOrd="0" parTransId="{1C34D31E-4CD3-4959-81A7-E3AB97DCF256}" sibTransId="{AC24D949-967E-4328-8B2E-DBE6482306F0}"/>
    <dgm:cxn modelId="{CCCA12FD-86A9-4884-A8EA-1ACBCA0D99E0}" srcId="{A78BACB9-5A5C-4658-BE21-C0EACBCC7052}" destId="{4801C3F1-7F03-41E2-A043-D59547D517C8}" srcOrd="0" destOrd="0" parTransId="{44FE18F8-027C-4538-BFD8-E24A11A03CA9}" sibTransId="{49573838-E78A-4D43-A116-40BF667A5B4B}"/>
    <dgm:cxn modelId="{B605AE55-129A-40BD-99BF-BB54EE92DB2A}" type="presOf" srcId="{6C3AFB30-AD5D-444D-8A00-56B065EE9CB3}" destId="{C3606DE9-A30A-4B6E-AFE3-BAC1C9F40EC9}" srcOrd="0" destOrd="0" presId="urn:microsoft.com/office/officeart/2005/8/layout/orgChart1"/>
    <dgm:cxn modelId="{C29BF96A-88BF-4C7D-B365-BE300DEB4D8B}" type="presOf" srcId="{B516FB12-5E74-4407-81A6-164CCBFE5A62}" destId="{1DB62558-CC09-4B44-B110-7EB5653F5F6A}" srcOrd="1" destOrd="0" presId="urn:microsoft.com/office/officeart/2005/8/layout/orgChart1"/>
    <dgm:cxn modelId="{B9384FD3-75F9-4960-AAE2-3CCC8B1B9102}" type="presOf" srcId="{5BB72F2B-A30E-4986-AD4E-E7CDFE0CC595}" destId="{36E08EC4-88C7-4E3A-B75E-A63DC159FBE0}" srcOrd="1" destOrd="0" presId="urn:microsoft.com/office/officeart/2005/8/layout/orgChart1"/>
    <dgm:cxn modelId="{8968FEB8-AEBA-440D-B988-E27230B517A8}" srcId="{CEBC95E9-EABC-491F-975C-8398CFCAE0F2}" destId="{A8808D47-483F-4F9C-A906-9CA8724035CF}" srcOrd="0" destOrd="0" parTransId="{0F15319A-E9BD-451B-827F-549FD001388F}" sibTransId="{6F9A3805-6C43-40B8-93C5-B924987F563A}"/>
    <dgm:cxn modelId="{ABB7AFE8-09DF-4501-ADEE-BF3200E72DE3}" type="presOf" srcId="{ED2BC7C9-0241-4575-BC08-E6C838D1E8A5}" destId="{1FE2CB63-1173-4933-9E37-F03FB621AD5D}" srcOrd="1" destOrd="0" presId="urn:microsoft.com/office/officeart/2005/8/layout/orgChart1"/>
    <dgm:cxn modelId="{BFFCAF9E-0BD4-41B7-9BC0-3E119D48F36B}" type="presOf" srcId="{DA6D9A12-CFB7-4446-85E4-3D38CA6CDFBE}" destId="{89BBE4C2-6F7E-4E92-B656-4C7B5F0F9188}" srcOrd="1" destOrd="0" presId="urn:microsoft.com/office/officeart/2005/8/layout/orgChart1"/>
    <dgm:cxn modelId="{219024EC-711B-4E9A-B6EC-C43D550E3545}" type="presParOf" srcId="{17D183E3-3E2F-43E0-BC60-DD420AB1B373}" destId="{E28DA6C6-6A1E-4AFB-B827-C4F11B85FE68}" srcOrd="0" destOrd="0" presId="urn:microsoft.com/office/officeart/2005/8/layout/orgChart1"/>
    <dgm:cxn modelId="{88E53097-B49F-4A1A-A9F4-D77D23A134ED}" type="presParOf" srcId="{E28DA6C6-6A1E-4AFB-B827-C4F11B85FE68}" destId="{16EA5EE4-F6A7-4E13-8360-00464B20BF7F}" srcOrd="0" destOrd="0" presId="urn:microsoft.com/office/officeart/2005/8/layout/orgChart1"/>
    <dgm:cxn modelId="{DA9F0955-AD09-427B-BC9C-D24B7BE3A6CD}" type="presParOf" srcId="{16EA5EE4-F6A7-4E13-8360-00464B20BF7F}" destId="{2FD206FD-41FB-4B53-9AFA-BE86DC68A34C}" srcOrd="0" destOrd="0" presId="urn:microsoft.com/office/officeart/2005/8/layout/orgChart1"/>
    <dgm:cxn modelId="{5ECC07C8-12BB-4E6C-9BB2-664A04E22686}" type="presParOf" srcId="{16EA5EE4-F6A7-4E13-8360-00464B20BF7F}" destId="{A458C12F-86CB-4D2B-80DF-DAE00EF19DC8}" srcOrd="1" destOrd="0" presId="urn:microsoft.com/office/officeart/2005/8/layout/orgChart1"/>
    <dgm:cxn modelId="{E822FD9D-AA2D-473C-A9EA-3D18A1B40358}" type="presParOf" srcId="{E28DA6C6-6A1E-4AFB-B827-C4F11B85FE68}" destId="{6F29F85E-407B-4E94-A51C-A2FA7CADD2B3}" srcOrd="1" destOrd="0" presId="urn:microsoft.com/office/officeart/2005/8/layout/orgChart1"/>
    <dgm:cxn modelId="{4BC51BF1-3326-49D3-A1AC-A20CB6DC733E}" type="presParOf" srcId="{6F29F85E-407B-4E94-A51C-A2FA7CADD2B3}" destId="{CC497E1A-2C5F-4844-BCB9-E19B3CBF6ABF}" srcOrd="0" destOrd="0" presId="urn:microsoft.com/office/officeart/2005/8/layout/orgChart1"/>
    <dgm:cxn modelId="{730F3865-D83C-4A30-928E-EC786B805453}" type="presParOf" srcId="{6F29F85E-407B-4E94-A51C-A2FA7CADD2B3}" destId="{E66BE506-E65A-4754-AA58-4F22D948CAFF}" srcOrd="1" destOrd="0" presId="urn:microsoft.com/office/officeart/2005/8/layout/orgChart1"/>
    <dgm:cxn modelId="{E9DB6DAD-8AA8-4FA2-8F00-4200105CD92A}" type="presParOf" srcId="{E66BE506-E65A-4754-AA58-4F22D948CAFF}" destId="{7253C1A5-5140-45DF-8FEA-91CB6E4D58EB}" srcOrd="0" destOrd="0" presId="urn:microsoft.com/office/officeart/2005/8/layout/orgChart1"/>
    <dgm:cxn modelId="{988E2CBC-93ED-45CD-8B1E-417CE0BFBEFB}" type="presParOf" srcId="{7253C1A5-5140-45DF-8FEA-91CB6E4D58EB}" destId="{78D9F06D-AB28-4427-9264-DC694D3298CD}" srcOrd="0" destOrd="0" presId="urn:microsoft.com/office/officeart/2005/8/layout/orgChart1"/>
    <dgm:cxn modelId="{6FFA40BE-470C-4C53-B21A-A5561AE3FF57}" type="presParOf" srcId="{7253C1A5-5140-45DF-8FEA-91CB6E4D58EB}" destId="{B3A23EFE-0968-4FBE-B8A3-F3ECA1797B62}" srcOrd="1" destOrd="0" presId="urn:microsoft.com/office/officeart/2005/8/layout/orgChart1"/>
    <dgm:cxn modelId="{18EB37CE-D9E8-488D-85ED-40D143E57564}" type="presParOf" srcId="{E66BE506-E65A-4754-AA58-4F22D948CAFF}" destId="{7D5D7F09-0DB5-40B4-AA1A-4E8F1E2BD647}" srcOrd="1" destOrd="0" presId="urn:microsoft.com/office/officeart/2005/8/layout/orgChart1"/>
    <dgm:cxn modelId="{808F3C65-1E47-4A72-BAD4-E2EF998F20E6}" type="presParOf" srcId="{7D5D7F09-0DB5-40B4-AA1A-4E8F1E2BD647}" destId="{51927EFC-E8B1-4C54-B4F7-5B8F11C41D84}" srcOrd="0" destOrd="0" presId="urn:microsoft.com/office/officeart/2005/8/layout/orgChart1"/>
    <dgm:cxn modelId="{7BF34C41-130C-467D-981C-A945C97E4711}" type="presParOf" srcId="{7D5D7F09-0DB5-40B4-AA1A-4E8F1E2BD647}" destId="{8ED10B57-9F3A-4BF8-9AD2-0799604EE367}" srcOrd="1" destOrd="0" presId="urn:microsoft.com/office/officeart/2005/8/layout/orgChart1"/>
    <dgm:cxn modelId="{7AE80F15-36AC-4A55-9A27-E9FEF121C0FD}" type="presParOf" srcId="{8ED10B57-9F3A-4BF8-9AD2-0799604EE367}" destId="{9454E423-CD12-4591-BABB-DAA5ECEFB8E7}" srcOrd="0" destOrd="0" presId="urn:microsoft.com/office/officeart/2005/8/layout/orgChart1"/>
    <dgm:cxn modelId="{F4B5EDED-B23A-4CEC-9408-2F32157E45D2}" type="presParOf" srcId="{9454E423-CD12-4591-BABB-DAA5ECEFB8E7}" destId="{73EC2A41-C607-43B6-A727-1861C2FAB5AF}" srcOrd="0" destOrd="0" presId="urn:microsoft.com/office/officeart/2005/8/layout/orgChart1"/>
    <dgm:cxn modelId="{BC315DB1-1D45-4B4B-8DF3-EA1C6432579D}" type="presParOf" srcId="{9454E423-CD12-4591-BABB-DAA5ECEFB8E7}" destId="{1DB62558-CC09-4B44-B110-7EB5653F5F6A}" srcOrd="1" destOrd="0" presId="urn:microsoft.com/office/officeart/2005/8/layout/orgChart1"/>
    <dgm:cxn modelId="{676585D6-FCDE-4CD3-B986-9651C97533F9}" type="presParOf" srcId="{8ED10B57-9F3A-4BF8-9AD2-0799604EE367}" destId="{DA47E101-8433-48CB-BB96-7C294B8A3EF6}" srcOrd="1" destOrd="0" presId="urn:microsoft.com/office/officeart/2005/8/layout/orgChart1"/>
    <dgm:cxn modelId="{0F553416-00EB-4691-A8E9-0A486529226A}" type="presParOf" srcId="{DA47E101-8433-48CB-BB96-7C294B8A3EF6}" destId="{5D3E6F8D-776D-4171-BFBC-301D18AE9861}" srcOrd="0" destOrd="0" presId="urn:microsoft.com/office/officeart/2005/8/layout/orgChart1"/>
    <dgm:cxn modelId="{9C30FE7F-46C6-4F04-9127-4F55B2CCE7A9}" type="presParOf" srcId="{DA47E101-8433-48CB-BB96-7C294B8A3EF6}" destId="{7E813F2D-315D-46C8-92C2-CFB1B042B23C}" srcOrd="1" destOrd="0" presId="urn:microsoft.com/office/officeart/2005/8/layout/orgChart1"/>
    <dgm:cxn modelId="{CC88DC03-E095-4E8F-BAF0-0A3C98C87DA3}" type="presParOf" srcId="{7E813F2D-315D-46C8-92C2-CFB1B042B23C}" destId="{888624AC-5A46-4F30-9E37-107FC4FC9824}" srcOrd="0" destOrd="0" presId="urn:microsoft.com/office/officeart/2005/8/layout/orgChart1"/>
    <dgm:cxn modelId="{4C2880EE-2F9F-45F8-B58A-863F84FCC0E7}" type="presParOf" srcId="{888624AC-5A46-4F30-9E37-107FC4FC9824}" destId="{BA015D32-D8A9-485C-8891-5429181168D3}" srcOrd="0" destOrd="0" presId="urn:microsoft.com/office/officeart/2005/8/layout/orgChart1"/>
    <dgm:cxn modelId="{B7138924-9ACC-466B-98F2-FCA337BFDF0D}" type="presParOf" srcId="{888624AC-5A46-4F30-9E37-107FC4FC9824}" destId="{89BBE4C2-6F7E-4E92-B656-4C7B5F0F9188}" srcOrd="1" destOrd="0" presId="urn:microsoft.com/office/officeart/2005/8/layout/orgChart1"/>
    <dgm:cxn modelId="{F2BE6509-F397-45AD-8F15-E5EA5A93C4F5}" type="presParOf" srcId="{7E813F2D-315D-46C8-92C2-CFB1B042B23C}" destId="{37299CBD-253C-4C8F-9ABA-C0F06824ABF7}" srcOrd="1" destOrd="0" presId="urn:microsoft.com/office/officeart/2005/8/layout/orgChart1"/>
    <dgm:cxn modelId="{28A7C255-3A79-48C0-B352-F2DF52301695}" type="presParOf" srcId="{37299CBD-253C-4C8F-9ABA-C0F06824ABF7}" destId="{F03C4AD0-BBD5-48EE-B9C4-6BF9368B22C9}" srcOrd="0" destOrd="0" presId="urn:microsoft.com/office/officeart/2005/8/layout/orgChart1"/>
    <dgm:cxn modelId="{EBB35728-DDB2-4714-867D-E8BBD8C33EA8}" type="presParOf" srcId="{37299CBD-253C-4C8F-9ABA-C0F06824ABF7}" destId="{C3CC632D-16B9-4281-86AD-1D488FAC7016}" srcOrd="1" destOrd="0" presId="urn:microsoft.com/office/officeart/2005/8/layout/orgChart1"/>
    <dgm:cxn modelId="{E642C495-FE93-4BFE-9D54-06A601F24EAD}" type="presParOf" srcId="{C3CC632D-16B9-4281-86AD-1D488FAC7016}" destId="{182D6898-5104-4328-A243-35625B44AF5F}" srcOrd="0" destOrd="0" presId="urn:microsoft.com/office/officeart/2005/8/layout/orgChart1"/>
    <dgm:cxn modelId="{8CCF9AF0-BFDE-4C5E-87D9-1E5D63EF65A7}" type="presParOf" srcId="{182D6898-5104-4328-A243-35625B44AF5F}" destId="{DDB4E1DC-58D7-4C7F-8E2A-80E14A6601D2}" srcOrd="0" destOrd="0" presId="urn:microsoft.com/office/officeart/2005/8/layout/orgChart1"/>
    <dgm:cxn modelId="{72705E42-DF5D-46C7-8FBA-2E32482674F7}" type="presParOf" srcId="{182D6898-5104-4328-A243-35625B44AF5F}" destId="{EA396600-32BF-448C-A7A4-64544B448F47}" srcOrd="1" destOrd="0" presId="urn:microsoft.com/office/officeart/2005/8/layout/orgChart1"/>
    <dgm:cxn modelId="{8FB90DF7-60AE-407E-ADAF-F2BAC51889ED}" type="presParOf" srcId="{C3CC632D-16B9-4281-86AD-1D488FAC7016}" destId="{505CDC7E-4891-4010-AAD1-15F0D164C629}" srcOrd="1" destOrd="0" presId="urn:microsoft.com/office/officeart/2005/8/layout/orgChart1"/>
    <dgm:cxn modelId="{F249E57F-3185-487C-9A4F-9F14551D74E8}" type="presParOf" srcId="{505CDC7E-4891-4010-AAD1-15F0D164C629}" destId="{B527549F-FEFE-49AB-8C57-D7CF00744314}" srcOrd="0" destOrd="0" presId="urn:microsoft.com/office/officeart/2005/8/layout/orgChart1"/>
    <dgm:cxn modelId="{77C71242-18E0-4AAE-9A16-9BCE0B814044}" type="presParOf" srcId="{505CDC7E-4891-4010-AAD1-15F0D164C629}" destId="{CA7BDB20-FFED-4404-9A85-B8BA585B2A16}" srcOrd="1" destOrd="0" presId="urn:microsoft.com/office/officeart/2005/8/layout/orgChart1"/>
    <dgm:cxn modelId="{35E7FFA4-FBC4-4866-A90D-A5637CB53555}" type="presParOf" srcId="{CA7BDB20-FFED-4404-9A85-B8BA585B2A16}" destId="{05CD87B2-92F4-42DE-8B02-664C594FAF8F}" srcOrd="0" destOrd="0" presId="urn:microsoft.com/office/officeart/2005/8/layout/orgChart1"/>
    <dgm:cxn modelId="{9A2C2B63-2A55-4F2F-8A99-EECC6B61A4BF}" type="presParOf" srcId="{05CD87B2-92F4-42DE-8B02-664C594FAF8F}" destId="{08FBC763-6FCB-4AE9-A12F-82D0EDA8991E}" srcOrd="0" destOrd="0" presId="urn:microsoft.com/office/officeart/2005/8/layout/orgChart1"/>
    <dgm:cxn modelId="{F8B07DDF-F1D1-4774-A506-31088A5091E0}" type="presParOf" srcId="{05CD87B2-92F4-42DE-8B02-664C594FAF8F}" destId="{4E1C0FAE-1DBF-47A6-9B2E-4C92C64791A6}" srcOrd="1" destOrd="0" presId="urn:microsoft.com/office/officeart/2005/8/layout/orgChart1"/>
    <dgm:cxn modelId="{B2F9AD9A-4492-4270-81A1-59B83CA773B4}" type="presParOf" srcId="{CA7BDB20-FFED-4404-9A85-B8BA585B2A16}" destId="{C9F24735-58ED-4B5C-96E0-C751791A95C6}" srcOrd="1" destOrd="0" presId="urn:microsoft.com/office/officeart/2005/8/layout/orgChart1"/>
    <dgm:cxn modelId="{14C829A1-EF90-4603-8B0E-1DFDCD713FD5}" type="presParOf" srcId="{CA7BDB20-FFED-4404-9A85-B8BA585B2A16}" destId="{BD25D841-2FDF-42E2-B8B1-D517685730F4}" srcOrd="2" destOrd="0" presId="urn:microsoft.com/office/officeart/2005/8/layout/orgChart1"/>
    <dgm:cxn modelId="{31C5DF51-AFA1-413F-BCE5-BABD422BA333}" type="presParOf" srcId="{C3CC632D-16B9-4281-86AD-1D488FAC7016}" destId="{6DB798A1-B051-4464-A9C0-8C17FCBFEDED}" srcOrd="2" destOrd="0" presId="urn:microsoft.com/office/officeart/2005/8/layout/orgChart1"/>
    <dgm:cxn modelId="{7BB3C305-A4BC-4B79-98E8-CB482F19EEFC}" type="presParOf" srcId="{37299CBD-253C-4C8F-9ABA-C0F06824ABF7}" destId="{72ED17C9-CDDF-4922-B2F2-457A0F3EA0A2}" srcOrd="2" destOrd="0" presId="urn:microsoft.com/office/officeart/2005/8/layout/orgChart1"/>
    <dgm:cxn modelId="{4F57757A-A1DD-4E8E-B838-9290E716E4FE}" type="presParOf" srcId="{37299CBD-253C-4C8F-9ABA-C0F06824ABF7}" destId="{99D247EF-58E7-4A04-9D58-1F07EF6AE600}" srcOrd="3" destOrd="0" presId="urn:microsoft.com/office/officeart/2005/8/layout/orgChart1"/>
    <dgm:cxn modelId="{15BB9FF7-BBC2-4E68-AD58-8213431C87BD}" type="presParOf" srcId="{99D247EF-58E7-4A04-9D58-1F07EF6AE600}" destId="{8DE4001C-04ED-404F-AA6F-B16CF2054D9C}" srcOrd="0" destOrd="0" presId="urn:microsoft.com/office/officeart/2005/8/layout/orgChart1"/>
    <dgm:cxn modelId="{605DC2DF-FEC3-41EA-A2AE-876E1D5DE3F0}" type="presParOf" srcId="{8DE4001C-04ED-404F-AA6F-B16CF2054D9C}" destId="{6F7FCC41-06DD-405A-87BC-B6DD7F48C17D}" srcOrd="0" destOrd="0" presId="urn:microsoft.com/office/officeart/2005/8/layout/orgChart1"/>
    <dgm:cxn modelId="{BD593152-A2E3-4FDC-9FA2-CCA8F7520A91}" type="presParOf" srcId="{8DE4001C-04ED-404F-AA6F-B16CF2054D9C}" destId="{2126175A-54D1-4B22-991E-CA29502465F8}" srcOrd="1" destOrd="0" presId="urn:microsoft.com/office/officeart/2005/8/layout/orgChart1"/>
    <dgm:cxn modelId="{1407EECE-E997-44DA-8B20-E082D1A6FB98}" type="presParOf" srcId="{99D247EF-58E7-4A04-9D58-1F07EF6AE600}" destId="{27E20094-D42F-4AA3-8C6A-A8B271E0DB4F}" srcOrd="1" destOrd="0" presId="urn:microsoft.com/office/officeart/2005/8/layout/orgChart1"/>
    <dgm:cxn modelId="{91CCB3FC-0901-4A21-AB66-B35217B404C4}" type="presParOf" srcId="{27E20094-D42F-4AA3-8C6A-A8B271E0DB4F}" destId="{3DCD40CA-F407-4F97-93E3-BC9005827AF4}" srcOrd="0" destOrd="0" presId="urn:microsoft.com/office/officeart/2005/8/layout/orgChart1"/>
    <dgm:cxn modelId="{43D4EA34-E86A-4016-96AF-F501DF319E4D}" type="presParOf" srcId="{27E20094-D42F-4AA3-8C6A-A8B271E0DB4F}" destId="{FBBA5CAC-5B14-4B75-A2E4-1B12F4B54C3C}" srcOrd="1" destOrd="0" presId="urn:microsoft.com/office/officeart/2005/8/layout/orgChart1"/>
    <dgm:cxn modelId="{FE44095E-2945-4985-B1BF-085A5990ABB8}" type="presParOf" srcId="{FBBA5CAC-5B14-4B75-A2E4-1B12F4B54C3C}" destId="{B3FBF28D-8573-4615-AEF0-EC11F026E7FB}" srcOrd="0" destOrd="0" presId="urn:microsoft.com/office/officeart/2005/8/layout/orgChart1"/>
    <dgm:cxn modelId="{54A8EEBE-D016-445D-BD01-54E0980D41A1}" type="presParOf" srcId="{B3FBF28D-8573-4615-AEF0-EC11F026E7FB}" destId="{2C70D09B-D904-47B0-80B8-25BFFE9E6F77}" srcOrd="0" destOrd="0" presId="urn:microsoft.com/office/officeart/2005/8/layout/orgChart1"/>
    <dgm:cxn modelId="{94F1120B-FCD8-40B7-B681-4881CD43A257}" type="presParOf" srcId="{B3FBF28D-8573-4615-AEF0-EC11F026E7FB}" destId="{44F127B5-FD4B-4A62-B709-7ABD23D92676}" srcOrd="1" destOrd="0" presId="urn:microsoft.com/office/officeart/2005/8/layout/orgChart1"/>
    <dgm:cxn modelId="{FA039DFA-62AF-4D69-8D00-FF7DA11E3089}" type="presParOf" srcId="{FBBA5CAC-5B14-4B75-A2E4-1B12F4B54C3C}" destId="{477A5406-6A83-4577-8418-2332869BD1DE}" srcOrd="1" destOrd="0" presId="urn:microsoft.com/office/officeart/2005/8/layout/orgChart1"/>
    <dgm:cxn modelId="{CAC02C81-90CA-4768-B372-9CD746F5A027}" type="presParOf" srcId="{477A5406-6A83-4577-8418-2332869BD1DE}" destId="{2D6A1E25-430F-42A9-94A2-ED5678504134}" srcOrd="0" destOrd="0" presId="urn:microsoft.com/office/officeart/2005/8/layout/orgChart1"/>
    <dgm:cxn modelId="{9E6D9FE9-D68E-487C-BF8C-5BEE0DC8C1BA}" type="presParOf" srcId="{477A5406-6A83-4577-8418-2332869BD1DE}" destId="{A407B6E8-A9EF-46F4-B1AA-9BD7B8DB6636}" srcOrd="1" destOrd="0" presId="urn:microsoft.com/office/officeart/2005/8/layout/orgChart1"/>
    <dgm:cxn modelId="{5CA577F2-301A-439A-B784-FB8D5299F916}" type="presParOf" srcId="{A407B6E8-A9EF-46F4-B1AA-9BD7B8DB6636}" destId="{EB8C9CD4-298D-4ADC-987E-6F363F7CD21B}" srcOrd="0" destOrd="0" presId="urn:microsoft.com/office/officeart/2005/8/layout/orgChart1"/>
    <dgm:cxn modelId="{9137FEB4-6DDC-43E8-A886-4778C7F8E090}" type="presParOf" srcId="{EB8C9CD4-298D-4ADC-987E-6F363F7CD21B}" destId="{1517EF90-4380-4930-B969-DAC255FA68FF}" srcOrd="0" destOrd="0" presId="urn:microsoft.com/office/officeart/2005/8/layout/orgChart1"/>
    <dgm:cxn modelId="{58C256CC-EE25-4F87-A8C1-FCE31D90FDA0}" type="presParOf" srcId="{EB8C9CD4-298D-4ADC-987E-6F363F7CD21B}" destId="{CB389196-DCB8-4632-A6E7-6D6BF0D3660D}" srcOrd="1" destOrd="0" presId="urn:microsoft.com/office/officeart/2005/8/layout/orgChart1"/>
    <dgm:cxn modelId="{F0F19ADF-0663-422A-A4A9-E997DC0A6B24}" type="presParOf" srcId="{A407B6E8-A9EF-46F4-B1AA-9BD7B8DB6636}" destId="{BC84E500-CA49-4FAC-9D47-D62BAEB38688}" srcOrd="1" destOrd="0" presId="urn:microsoft.com/office/officeart/2005/8/layout/orgChart1"/>
    <dgm:cxn modelId="{2F1F6BFF-CBDB-46FB-841B-F8C13A5000A6}" type="presParOf" srcId="{BC84E500-CA49-4FAC-9D47-D62BAEB38688}" destId="{5AB0B97D-8E3F-4DB3-9182-80855B12D33B}" srcOrd="0" destOrd="0" presId="urn:microsoft.com/office/officeart/2005/8/layout/orgChart1"/>
    <dgm:cxn modelId="{5CE2E417-3B06-4273-B2DD-2FA99E894686}" type="presParOf" srcId="{BC84E500-CA49-4FAC-9D47-D62BAEB38688}" destId="{0F99ECDC-9677-483B-A7CD-5198FB6065A4}" srcOrd="1" destOrd="0" presId="urn:microsoft.com/office/officeart/2005/8/layout/orgChart1"/>
    <dgm:cxn modelId="{728EAF04-8FD1-4F92-A22C-3F0275F5153D}" type="presParOf" srcId="{0F99ECDC-9677-483B-A7CD-5198FB6065A4}" destId="{D894CB2C-0B40-4BCA-80E2-EE26E7C010DF}" srcOrd="0" destOrd="0" presId="urn:microsoft.com/office/officeart/2005/8/layout/orgChart1"/>
    <dgm:cxn modelId="{68CD0C57-9634-449D-9663-08FD1563C000}" type="presParOf" srcId="{D894CB2C-0B40-4BCA-80E2-EE26E7C010DF}" destId="{060D3020-6062-4CB2-99B7-D7C0C43D6E7F}" srcOrd="0" destOrd="0" presId="urn:microsoft.com/office/officeart/2005/8/layout/orgChart1"/>
    <dgm:cxn modelId="{FDE04837-BBDB-4446-941C-2076549473C6}" type="presParOf" srcId="{D894CB2C-0B40-4BCA-80E2-EE26E7C010DF}" destId="{0E4072F9-A8A0-422D-9335-628EC9D6657E}" srcOrd="1" destOrd="0" presId="urn:microsoft.com/office/officeart/2005/8/layout/orgChart1"/>
    <dgm:cxn modelId="{38B705D6-6479-4870-9716-700B6D36D231}" type="presParOf" srcId="{0F99ECDC-9677-483B-A7CD-5198FB6065A4}" destId="{886E736A-6927-40F0-B8D1-7F2884EFA331}" srcOrd="1" destOrd="0" presId="urn:microsoft.com/office/officeart/2005/8/layout/orgChart1"/>
    <dgm:cxn modelId="{071E396E-4007-48AE-800F-B024AF6AB055}" type="presParOf" srcId="{0F99ECDC-9677-483B-A7CD-5198FB6065A4}" destId="{AE4A30B1-4907-49F2-BBB4-8251843D87FF}" srcOrd="2" destOrd="0" presId="urn:microsoft.com/office/officeart/2005/8/layout/orgChart1"/>
    <dgm:cxn modelId="{49BE1792-B14E-4B04-B6D5-E498E4FA0FA7}" type="presParOf" srcId="{BC84E500-CA49-4FAC-9D47-D62BAEB38688}" destId="{DBC82A91-8F2A-412C-8A69-BB89A4C7BE6C}" srcOrd="2" destOrd="0" presId="urn:microsoft.com/office/officeart/2005/8/layout/orgChart1"/>
    <dgm:cxn modelId="{6B1F7625-9481-4C66-97BA-6B6973478629}" type="presParOf" srcId="{BC84E500-CA49-4FAC-9D47-D62BAEB38688}" destId="{6E0DEAD7-7333-4C60-9EA6-CDF28F7F8B99}" srcOrd="3" destOrd="0" presId="urn:microsoft.com/office/officeart/2005/8/layout/orgChart1"/>
    <dgm:cxn modelId="{96D62E63-F209-4B63-B3B7-56F9C1927021}" type="presParOf" srcId="{6E0DEAD7-7333-4C60-9EA6-CDF28F7F8B99}" destId="{0BEBD2BF-4305-4A6A-BE0A-5726CD78B8B2}" srcOrd="0" destOrd="0" presId="urn:microsoft.com/office/officeart/2005/8/layout/orgChart1"/>
    <dgm:cxn modelId="{1D8C6AE8-8CD5-47DE-A577-DAF92F460FA2}" type="presParOf" srcId="{0BEBD2BF-4305-4A6A-BE0A-5726CD78B8B2}" destId="{94230168-6456-4BD3-9F04-8B0E57AF0149}" srcOrd="0" destOrd="0" presId="urn:microsoft.com/office/officeart/2005/8/layout/orgChart1"/>
    <dgm:cxn modelId="{ECFC68ED-FEEB-43B9-96B9-D23A0B5C06AF}" type="presParOf" srcId="{0BEBD2BF-4305-4A6A-BE0A-5726CD78B8B2}" destId="{791A3687-E76D-400E-8EE6-727796F98994}" srcOrd="1" destOrd="0" presId="urn:microsoft.com/office/officeart/2005/8/layout/orgChart1"/>
    <dgm:cxn modelId="{332111C6-F617-48A7-BD49-B747EAAFCF5C}" type="presParOf" srcId="{6E0DEAD7-7333-4C60-9EA6-CDF28F7F8B99}" destId="{D801AF0F-D952-4256-AEF2-46E9B600FD83}" srcOrd="1" destOrd="0" presId="urn:microsoft.com/office/officeart/2005/8/layout/orgChart1"/>
    <dgm:cxn modelId="{E4653127-BF27-48C4-93BF-F71AE4BD9893}" type="presParOf" srcId="{D801AF0F-D952-4256-AEF2-46E9B600FD83}" destId="{4E22F1E2-1FC3-43A2-B9DD-3370034CCF53}" srcOrd="0" destOrd="0" presId="urn:microsoft.com/office/officeart/2005/8/layout/orgChart1"/>
    <dgm:cxn modelId="{C8E86B71-4DE0-41E8-8AAB-7643568F4EC3}" type="presParOf" srcId="{D801AF0F-D952-4256-AEF2-46E9B600FD83}" destId="{EEF2729F-AF47-409C-A64B-A731C6A23F74}" srcOrd="1" destOrd="0" presId="urn:microsoft.com/office/officeart/2005/8/layout/orgChart1"/>
    <dgm:cxn modelId="{24F85DF1-3630-4229-A4D6-B3D95EA7C817}" type="presParOf" srcId="{EEF2729F-AF47-409C-A64B-A731C6A23F74}" destId="{67137C03-F7FD-40BE-A9D7-2E10E7280834}" srcOrd="0" destOrd="0" presId="urn:microsoft.com/office/officeart/2005/8/layout/orgChart1"/>
    <dgm:cxn modelId="{67669798-3BAA-44B7-BB98-B1FC9AB22419}" type="presParOf" srcId="{67137C03-F7FD-40BE-A9D7-2E10E7280834}" destId="{0D9B609D-D47A-496F-8CB9-A6CB62B4BC6B}" srcOrd="0" destOrd="0" presId="urn:microsoft.com/office/officeart/2005/8/layout/orgChart1"/>
    <dgm:cxn modelId="{A16A04C6-922D-4BD0-8677-8C06CAFFECA7}" type="presParOf" srcId="{67137C03-F7FD-40BE-A9D7-2E10E7280834}" destId="{2B22266B-EA2A-4CBC-A824-0B7D9F117858}" srcOrd="1" destOrd="0" presId="urn:microsoft.com/office/officeart/2005/8/layout/orgChart1"/>
    <dgm:cxn modelId="{80A68849-916F-42C7-A793-4F31A5D738C9}" type="presParOf" srcId="{EEF2729F-AF47-409C-A64B-A731C6A23F74}" destId="{C302593D-B079-4CFF-BF16-54483359BE19}" srcOrd="1" destOrd="0" presId="urn:microsoft.com/office/officeart/2005/8/layout/orgChart1"/>
    <dgm:cxn modelId="{690F9576-66F0-4CCE-B5B3-974A771EC937}" type="presParOf" srcId="{EEF2729F-AF47-409C-A64B-A731C6A23F74}" destId="{BD9F17E1-C6B6-43B1-A589-9208D10C8379}" srcOrd="2" destOrd="0" presId="urn:microsoft.com/office/officeart/2005/8/layout/orgChart1"/>
    <dgm:cxn modelId="{7B2B9B46-68DE-4647-95B7-1F9857B791E5}" type="presParOf" srcId="{6E0DEAD7-7333-4C60-9EA6-CDF28F7F8B99}" destId="{A4039083-5193-4B30-82A7-5D7E035003EA}" srcOrd="2" destOrd="0" presId="urn:microsoft.com/office/officeart/2005/8/layout/orgChart1"/>
    <dgm:cxn modelId="{2E3013ED-4B0D-4E26-A71C-2D8FF6A53B3C}" type="presParOf" srcId="{A407B6E8-A9EF-46F4-B1AA-9BD7B8DB6636}" destId="{88D2FA31-68EB-4F32-8E2D-34E0007D657F}" srcOrd="2" destOrd="0" presId="urn:microsoft.com/office/officeart/2005/8/layout/orgChart1"/>
    <dgm:cxn modelId="{3CAE5412-1EC7-4C79-9EB9-42BCEA8F6843}" type="presParOf" srcId="{FBBA5CAC-5B14-4B75-A2E4-1B12F4B54C3C}" destId="{F10DE7FF-54A8-4A13-A7D3-AB165F96FACD}" srcOrd="2" destOrd="0" presId="urn:microsoft.com/office/officeart/2005/8/layout/orgChart1"/>
    <dgm:cxn modelId="{D67C4670-6E6D-409A-BADF-6EA1A327103A}" type="presParOf" srcId="{99D247EF-58E7-4A04-9D58-1F07EF6AE600}" destId="{CC786FA4-0F02-4398-94A7-B63336079F2C}" srcOrd="2" destOrd="0" presId="urn:microsoft.com/office/officeart/2005/8/layout/orgChart1"/>
    <dgm:cxn modelId="{45DE673A-F042-453D-BB44-CC36D3C027A9}" type="presParOf" srcId="{7E813F2D-315D-46C8-92C2-CFB1B042B23C}" destId="{DEE3AF13-3863-48A3-B2DC-217C4B8C2BB5}" srcOrd="2" destOrd="0" presId="urn:microsoft.com/office/officeart/2005/8/layout/orgChart1"/>
    <dgm:cxn modelId="{1BB2FA78-47CE-4386-908F-8D7096FA5305}" type="presParOf" srcId="{DA47E101-8433-48CB-BB96-7C294B8A3EF6}" destId="{361468FA-8B6F-491A-BDB3-6BA7F93CB14A}" srcOrd="2" destOrd="0" presId="urn:microsoft.com/office/officeart/2005/8/layout/orgChart1"/>
    <dgm:cxn modelId="{5B888D3E-7172-43B1-8742-9C171AACCF70}" type="presParOf" srcId="{DA47E101-8433-48CB-BB96-7C294B8A3EF6}" destId="{AFB7A93F-2DEA-47F2-9BE2-D50C5FE1457B}" srcOrd="3" destOrd="0" presId="urn:microsoft.com/office/officeart/2005/8/layout/orgChart1"/>
    <dgm:cxn modelId="{B6C3F366-587B-4591-B6AD-D97D91ABC43C}" type="presParOf" srcId="{AFB7A93F-2DEA-47F2-9BE2-D50C5FE1457B}" destId="{A7450D40-5055-4159-A080-E4FE43DCDF49}" srcOrd="0" destOrd="0" presId="urn:microsoft.com/office/officeart/2005/8/layout/orgChart1"/>
    <dgm:cxn modelId="{E73EC3B9-F8F1-4DC5-9674-1FC99E80CEB5}" type="presParOf" srcId="{A7450D40-5055-4159-A080-E4FE43DCDF49}" destId="{F88B4DBC-8668-48C7-B8E7-179B0C9377B7}" srcOrd="0" destOrd="0" presId="urn:microsoft.com/office/officeart/2005/8/layout/orgChart1"/>
    <dgm:cxn modelId="{BEE492D9-7227-4B7F-8E6A-E351B9CD9D35}" type="presParOf" srcId="{A7450D40-5055-4159-A080-E4FE43DCDF49}" destId="{BC58B09F-7450-4B03-99C6-8E16234215E2}" srcOrd="1" destOrd="0" presId="urn:microsoft.com/office/officeart/2005/8/layout/orgChart1"/>
    <dgm:cxn modelId="{C6278457-E11D-4C76-8E79-FDED8E7C30EC}" type="presParOf" srcId="{AFB7A93F-2DEA-47F2-9BE2-D50C5FE1457B}" destId="{7FDE1A2F-7300-4D39-8A78-FDCA03E0FC24}" srcOrd="1" destOrd="0" presId="urn:microsoft.com/office/officeart/2005/8/layout/orgChart1"/>
    <dgm:cxn modelId="{8CA483E4-ADFE-4CFF-AB6E-8F278B1349A4}" type="presParOf" srcId="{7FDE1A2F-7300-4D39-8A78-FDCA03E0FC24}" destId="{DE77D0A5-9522-487A-B4A6-9DB3C6E8C80A}" srcOrd="0" destOrd="0" presId="urn:microsoft.com/office/officeart/2005/8/layout/orgChart1"/>
    <dgm:cxn modelId="{52C313DD-0651-44E4-B74F-53AE47394113}" type="presParOf" srcId="{7FDE1A2F-7300-4D39-8A78-FDCA03E0FC24}" destId="{C75790E9-0C1D-45C2-9F54-28AAFD6C25CB}" srcOrd="1" destOrd="0" presId="urn:microsoft.com/office/officeart/2005/8/layout/orgChart1"/>
    <dgm:cxn modelId="{1102B0E3-ED20-4350-ACC4-F7D9AF983926}" type="presParOf" srcId="{C75790E9-0C1D-45C2-9F54-28AAFD6C25CB}" destId="{1CE045B5-C7D8-4B2E-B9C4-7EC1450C0A3C}" srcOrd="0" destOrd="0" presId="urn:microsoft.com/office/officeart/2005/8/layout/orgChart1"/>
    <dgm:cxn modelId="{D3C2C46C-DB48-4760-BCA9-CC0E3858964D}" type="presParOf" srcId="{1CE045B5-C7D8-4B2E-B9C4-7EC1450C0A3C}" destId="{C3606DE9-A30A-4B6E-AFE3-BAC1C9F40EC9}" srcOrd="0" destOrd="0" presId="urn:microsoft.com/office/officeart/2005/8/layout/orgChart1"/>
    <dgm:cxn modelId="{68C16132-7ECE-48DD-B399-10202F5822A0}" type="presParOf" srcId="{1CE045B5-C7D8-4B2E-B9C4-7EC1450C0A3C}" destId="{41621172-11D2-4334-AD7A-45894929CF39}" srcOrd="1" destOrd="0" presId="urn:microsoft.com/office/officeart/2005/8/layout/orgChart1"/>
    <dgm:cxn modelId="{D9491B41-7FC6-438D-A1DB-B99CA7F4DD8B}" type="presParOf" srcId="{C75790E9-0C1D-45C2-9F54-28AAFD6C25CB}" destId="{AD2F7621-1CA7-493B-BC43-6D89E58B5C6F}" srcOrd="1" destOrd="0" presId="urn:microsoft.com/office/officeart/2005/8/layout/orgChart1"/>
    <dgm:cxn modelId="{1C7A6A5B-22F4-4F55-88F2-B2FFBC5F67C7}" type="presParOf" srcId="{AD2F7621-1CA7-493B-BC43-6D89E58B5C6F}" destId="{35D030ED-E2A2-46F0-B765-2870E0589EA3}" srcOrd="0" destOrd="0" presId="urn:microsoft.com/office/officeart/2005/8/layout/orgChart1"/>
    <dgm:cxn modelId="{9C9957A0-584D-4531-BE50-C79E8173E539}" type="presParOf" srcId="{AD2F7621-1CA7-493B-BC43-6D89E58B5C6F}" destId="{8F55EC06-6FD7-4A72-90B8-83B2508D528A}" srcOrd="1" destOrd="0" presId="urn:microsoft.com/office/officeart/2005/8/layout/orgChart1"/>
    <dgm:cxn modelId="{AAC609F3-74BA-4063-967A-4EC606E2E3E7}" type="presParOf" srcId="{8F55EC06-6FD7-4A72-90B8-83B2508D528A}" destId="{D2BB3558-3236-4CE8-B8CB-97FE748C36EF}" srcOrd="0" destOrd="0" presId="urn:microsoft.com/office/officeart/2005/8/layout/orgChart1"/>
    <dgm:cxn modelId="{92D86E1D-A9BE-4917-B37F-59013A5B42E6}" type="presParOf" srcId="{D2BB3558-3236-4CE8-B8CB-97FE748C36EF}" destId="{016471FB-1A1D-45B9-8DFA-E906C70F2353}" srcOrd="0" destOrd="0" presId="urn:microsoft.com/office/officeart/2005/8/layout/orgChart1"/>
    <dgm:cxn modelId="{9A76318B-7D48-431B-849C-1B776F1188EE}" type="presParOf" srcId="{D2BB3558-3236-4CE8-B8CB-97FE748C36EF}" destId="{3B4BE0B1-63C3-41E4-A487-5EDFEB0B0FEF}" srcOrd="1" destOrd="0" presId="urn:microsoft.com/office/officeart/2005/8/layout/orgChart1"/>
    <dgm:cxn modelId="{3B1A0E10-36B3-4E52-942C-2B94C9F465B2}" type="presParOf" srcId="{8F55EC06-6FD7-4A72-90B8-83B2508D528A}" destId="{7B1B03E1-B9BD-4DE1-AACF-F5B519E428ED}" srcOrd="1" destOrd="0" presId="urn:microsoft.com/office/officeart/2005/8/layout/orgChart1"/>
    <dgm:cxn modelId="{3A6E5B50-0B6A-4F1C-B619-77F5AC64E14A}" type="presParOf" srcId="{8F55EC06-6FD7-4A72-90B8-83B2508D528A}" destId="{449C81AA-6FB1-47F5-8548-3C3574BB4A3A}" srcOrd="2" destOrd="0" presId="urn:microsoft.com/office/officeart/2005/8/layout/orgChart1"/>
    <dgm:cxn modelId="{9A9D14E4-A1BA-40F0-BC6E-5207B5C9E26C}" type="presParOf" srcId="{C75790E9-0C1D-45C2-9F54-28AAFD6C25CB}" destId="{3501C210-4736-437E-B14D-D40C40251B0D}" srcOrd="2" destOrd="0" presId="urn:microsoft.com/office/officeart/2005/8/layout/orgChart1"/>
    <dgm:cxn modelId="{AB1FA6AA-E4AF-47DF-A4B9-264AF19924D7}" type="presParOf" srcId="{7FDE1A2F-7300-4D39-8A78-FDCA03E0FC24}" destId="{91D8F6AF-5FEC-46C1-99C0-B8D98A6A372E}" srcOrd="2" destOrd="0" presId="urn:microsoft.com/office/officeart/2005/8/layout/orgChart1"/>
    <dgm:cxn modelId="{27EA10A0-FF47-4E2E-82AC-9460A8E1B9D4}" type="presParOf" srcId="{7FDE1A2F-7300-4D39-8A78-FDCA03E0FC24}" destId="{479DCC54-51DF-4C0D-8176-5566BDE2000A}" srcOrd="3" destOrd="0" presId="urn:microsoft.com/office/officeart/2005/8/layout/orgChart1"/>
    <dgm:cxn modelId="{855A43A3-614C-45A1-88BF-9A1CFD4A164F}" type="presParOf" srcId="{479DCC54-51DF-4C0D-8176-5566BDE2000A}" destId="{309AFA88-B3D7-41BC-B726-C8B31F5ADC83}" srcOrd="0" destOrd="0" presId="urn:microsoft.com/office/officeart/2005/8/layout/orgChart1"/>
    <dgm:cxn modelId="{8DDB4B25-50DE-4C57-BCEB-D4E15A489B8D}" type="presParOf" srcId="{309AFA88-B3D7-41BC-B726-C8B31F5ADC83}" destId="{1C2CF105-B0C8-45D2-8373-ABD761465198}" srcOrd="0" destOrd="0" presId="urn:microsoft.com/office/officeart/2005/8/layout/orgChart1"/>
    <dgm:cxn modelId="{D918CF44-93CD-434D-9A48-144662EB978F}" type="presParOf" srcId="{309AFA88-B3D7-41BC-B726-C8B31F5ADC83}" destId="{A5EE337F-C2E1-45BE-9AB3-67F830FE20B9}" srcOrd="1" destOrd="0" presId="urn:microsoft.com/office/officeart/2005/8/layout/orgChart1"/>
    <dgm:cxn modelId="{7D85310A-6B09-4F7E-A0BC-89BBEC7BAD62}" type="presParOf" srcId="{479DCC54-51DF-4C0D-8176-5566BDE2000A}" destId="{C1B5E6DE-5649-4FC9-99AD-C6C89F05C164}" srcOrd="1" destOrd="0" presId="urn:microsoft.com/office/officeart/2005/8/layout/orgChart1"/>
    <dgm:cxn modelId="{BEAF2412-206C-4FEE-83D7-1B554E8F22E9}" type="presParOf" srcId="{C1B5E6DE-5649-4FC9-99AD-C6C89F05C164}" destId="{FC86871E-0FBE-47FA-B416-424D79FE1117}" srcOrd="0" destOrd="0" presId="urn:microsoft.com/office/officeart/2005/8/layout/orgChart1"/>
    <dgm:cxn modelId="{31E1D6AF-439B-4CFA-8ECA-3ED64E36E940}" type="presParOf" srcId="{C1B5E6DE-5649-4FC9-99AD-C6C89F05C164}" destId="{6E8845FA-CD82-4774-9B8B-F81D755972B6}" srcOrd="1" destOrd="0" presId="urn:microsoft.com/office/officeart/2005/8/layout/orgChart1"/>
    <dgm:cxn modelId="{11C3C9C0-4C6B-4D7C-92CC-5BB5590FC160}" type="presParOf" srcId="{6E8845FA-CD82-4774-9B8B-F81D755972B6}" destId="{34A29112-E19F-4E01-8043-091419768EBA}" srcOrd="0" destOrd="0" presId="urn:microsoft.com/office/officeart/2005/8/layout/orgChart1"/>
    <dgm:cxn modelId="{71FEF03C-E888-4FF9-9AAA-8BC9C9330D3E}" type="presParOf" srcId="{34A29112-E19F-4E01-8043-091419768EBA}" destId="{361B05CA-CF43-4EC7-B17E-16A586D38CF8}" srcOrd="0" destOrd="0" presId="urn:microsoft.com/office/officeart/2005/8/layout/orgChart1"/>
    <dgm:cxn modelId="{83DEB145-DD12-4FBD-AEF4-7FC601F6819F}" type="presParOf" srcId="{34A29112-E19F-4E01-8043-091419768EBA}" destId="{4F3760D2-DD63-43D5-BF82-94520B0AA7FE}" srcOrd="1" destOrd="0" presId="urn:microsoft.com/office/officeart/2005/8/layout/orgChart1"/>
    <dgm:cxn modelId="{8A940B18-777D-45F2-B6F3-BFC22ADFEA4D}" type="presParOf" srcId="{6E8845FA-CD82-4774-9B8B-F81D755972B6}" destId="{838A5F1E-84D8-479F-BDCE-8C5CF9AA04F0}" srcOrd="1" destOrd="0" presId="urn:microsoft.com/office/officeart/2005/8/layout/orgChart1"/>
    <dgm:cxn modelId="{1DD63EB2-F7CB-4DE8-ACA9-7D5E57E78FCA}" type="presParOf" srcId="{838A5F1E-84D8-479F-BDCE-8C5CF9AA04F0}" destId="{7710C44A-6518-4D25-8095-40853506E726}" srcOrd="0" destOrd="0" presId="urn:microsoft.com/office/officeart/2005/8/layout/orgChart1"/>
    <dgm:cxn modelId="{BF240251-2F89-4C48-90C8-5DAB0C5E0C46}" type="presParOf" srcId="{838A5F1E-84D8-479F-BDCE-8C5CF9AA04F0}" destId="{C9B45AD3-ECB2-4861-9D67-86C01B48C9B1}" srcOrd="1" destOrd="0" presId="urn:microsoft.com/office/officeart/2005/8/layout/orgChart1"/>
    <dgm:cxn modelId="{06E639B6-B40C-40B4-AEA3-42E3AD5A2EC9}" type="presParOf" srcId="{C9B45AD3-ECB2-4861-9D67-86C01B48C9B1}" destId="{8C86B02B-CB82-4EA7-AA12-FFCF5F3229CF}" srcOrd="0" destOrd="0" presId="urn:microsoft.com/office/officeart/2005/8/layout/orgChart1"/>
    <dgm:cxn modelId="{86993ED8-1977-4D6B-AEB0-E266FB4A46F7}" type="presParOf" srcId="{8C86B02B-CB82-4EA7-AA12-FFCF5F3229CF}" destId="{845EFED8-837A-49AB-AA70-4C48BCE78C70}" srcOrd="0" destOrd="0" presId="urn:microsoft.com/office/officeart/2005/8/layout/orgChart1"/>
    <dgm:cxn modelId="{C177806D-56CB-442C-9924-808F623776FF}" type="presParOf" srcId="{8C86B02B-CB82-4EA7-AA12-FFCF5F3229CF}" destId="{CE2FAB6F-42E4-4DA3-A5A8-D1E7E699B29B}" srcOrd="1" destOrd="0" presId="urn:microsoft.com/office/officeart/2005/8/layout/orgChart1"/>
    <dgm:cxn modelId="{7803A1DC-4458-4993-AC3B-08AF9C321A51}" type="presParOf" srcId="{C9B45AD3-ECB2-4861-9D67-86C01B48C9B1}" destId="{D177B3FB-0C7E-430C-B229-A41182050C6C}" srcOrd="1" destOrd="0" presId="urn:microsoft.com/office/officeart/2005/8/layout/orgChart1"/>
    <dgm:cxn modelId="{8EA44A0D-7003-4F01-B8FF-13639B11322B}" type="presParOf" srcId="{C9B45AD3-ECB2-4861-9D67-86C01B48C9B1}" destId="{DC93B534-4FE6-4BDD-A478-7819951CAC0A}" srcOrd="2" destOrd="0" presId="urn:microsoft.com/office/officeart/2005/8/layout/orgChart1"/>
    <dgm:cxn modelId="{0731ED4D-2D1A-481B-B3AC-46A7FA9413C6}" type="presParOf" srcId="{838A5F1E-84D8-479F-BDCE-8C5CF9AA04F0}" destId="{AB25BE09-DAA2-48AF-A43C-97E9E177064B}" srcOrd="2" destOrd="0" presId="urn:microsoft.com/office/officeart/2005/8/layout/orgChart1"/>
    <dgm:cxn modelId="{81AC58C0-139C-48CC-9912-55FFAA821911}" type="presParOf" srcId="{838A5F1E-84D8-479F-BDCE-8C5CF9AA04F0}" destId="{21633E68-6B7F-416B-9D44-442A872BA3FC}" srcOrd="3" destOrd="0" presId="urn:microsoft.com/office/officeart/2005/8/layout/orgChart1"/>
    <dgm:cxn modelId="{63EF139F-CCA9-411B-9B6A-D7A4D129B8C4}" type="presParOf" srcId="{21633E68-6B7F-416B-9D44-442A872BA3FC}" destId="{CEA702B9-6885-4C1A-AE46-841B7D413E93}" srcOrd="0" destOrd="0" presId="urn:microsoft.com/office/officeart/2005/8/layout/orgChart1"/>
    <dgm:cxn modelId="{6430317D-7BA8-40F1-B0A5-ED94461AB766}" type="presParOf" srcId="{CEA702B9-6885-4C1A-AE46-841B7D413E93}" destId="{13173073-4369-489F-8915-C747FA4DDB18}" srcOrd="0" destOrd="0" presId="urn:microsoft.com/office/officeart/2005/8/layout/orgChart1"/>
    <dgm:cxn modelId="{39292533-FE72-4C60-9B77-382E940EBBD5}" type="presParOf" srcId="{CEA702B9-6885-4C1A-AE46-841B7D413E93}" destId="{2D00EF9E-4D43-4EEC-B5E5-933E9C104AFD}" srcOrd="1" destOrd="0" presId="urn:microsoft.com/office/officeart/2005/8/layout/orgChart1"/>
    <dgm:cxn modelId="{D2B20DDF-1B2E-40B5-AA52-53B5A3D47EF4}" type="presParOf" srcId="{21633E68-6B7F-416B-9D44-442A872BA3FC}" destId="{05B18160-8776-4DB0-9A51-89BC97F4FA1F}" srcOrd="1" destOrd="0" presId="urn:microsoft.com/office/officeart/2005/8/layout/orgChart1"/>
    <dgm:cxn modelId="{CD48CFFF-77E6-4EC6-9462-DFC296FA2EB6}" type="presParOf" srcId="{05B18160-8776-4DB0-9A51-89BC97F4FA1F}" destId="{36EB0007-1007-4643-8D73-01E324758D87}" srcOrd="0" destOrd="0" presId="urn:microsoft.com/office/officeart/2005/8/layout/orgChart1"/>
    <dgm:cxn modelId="{2F448A80-D501-4543-8F93-CD9971542FB2}" type="presParOf" srcId="{05B18160-8776-4DB0-9A51-89BC97F4FA1F}" destId="{71466145-9DC0-4E72-9B0B-06F67CE0DCC6}" srcOrd="1" destOrd="0" presId="urn:microsoft.com/office/officeart/2005/8/layout/orgChart1"/>
    <dgm:cxn modelId="{D6BC7E2C-6F12-483E-8A10-64374B7ADF08}" type="presParOf" srcId="{71466145-9DC0-4E72-9B0B-06F67CE0DCC6}" destId="{1F02DAA8-606B-49C2-B185-789222B21AEF}" srcOrd="0" destOrd="0" presId="urn:microsoft.com/office/officeart/2005/8/layout/orgChart1"/>
    <dgm:cxn modelId="{D6538919-7FE2-4AF4-9B32-947A658DFCB8}" type="presParOf" srcId="{1F02DAA8-606B-49C2-B185-789222B21AEF}" destId="{1A1D1CC3-FCD4-42FA-98E5-09782643B386}" srcOrd="0" destOrd="0" presId="urn:microsoft.com/office/officeart/2005/8/layout/orgChart1"/>
    <dgm:cxn modelId="{60E323A1-205B-43D1-98F5-7945291163ED}" type="presParOf" srcId="{1F02DAA8-606B-49C2-B185-789222B21AEF}" destId="{18BE30F4-ED04-4D93-BB1F-6BFF1C24172C}" srcOrd="1" destOrd="0" presId="urn:microsoft.com/office/officeart/2005/8/layout/orgChart1"/>
    <dgm:cxn modelId="{4A5CEB0A-2461-48EF-AC56-ABFE962F06FE}" type="presParOf" srcId="{71466145-9DC0-4E72-9B0B-06F67CE0DCC6}" destId="{BEFCE41F-E046-4E6F-8FCD-7CE4DF0FB46B}" srcOrd="1" destOrd="0" presId="urn:microsoft.com/office/officeart/2005/8/layout/orgChart1"/>
    <dgm:cxn modelId="{489048B0-7AC5-49F3-AD13-9FC1C5C105CD}" type="presParOf" srcId="{71466145-9DC0-4E72-9B0B-06F67CE0DCC6}" destId="{77736F5A-44A0-4E7F-9B1F-38801A7B52A7}" srcOrd="2" destOrd="0" presId="urn:microsoft.com/office/officeart/2005/8/layout/orgChart1"/>
    <dgm:cxn modelId="{256ADDEB-38C0-441C-9103-637B95928D71}" type="presParOf" srcId="{21633E68-6B7F-416B-9D44-442A872BA3FC}" destId="{CCC53FA7-2E38-4712-A1ED-29198BE96222}" srcOrd="2" destOrd="0" presId="urn:microsoft.com/office/officeart/2005/8/layout/orgChart1"/>
    <dgm:cxn modelId="{1F4EED95-05ED-4986-B959-0E1BA7635A12}" type="presParOf" srcId="{6E8845FA-CD82-4774-9B8B-F81D755972B6}" destId="{1A839C74-8D56-4E65-9B94-10525C74A6FC}" srcOrd="2" destOrd="0" presId="urn:microsoft.com/office/officeart/2005/8/layout/orgChart1"/>
    <dgm:cxn modelId="{C415BD21-E5ED-4A9E-B8D0-66167AED3A4D}" type="presParOf" srcId="{479DCC54-51DF-4C0D-8176-5566BDE2000A}" destId="{8ECEC1E1-CA34-4D51-84FC-50BC3EE646D5}" srcOrd="2" destOrd="0" presId="urn:microsoft.com/office/officeart/2005/8/layout/orgChart1"/>
    <dgm:cxn modelId="{F5B9E02E-274E-4F57-84DF-4EE42578C6A2}" type="presParOf" srcId="{AFB7A93F-2DEA-47F2-9BE2-D50C5FE1457B}" destId="{840EA058-9B8E-46AC-803D-AFA74E98122E}" srcOrd="2" destOrd="0" presId="urn:microsoft.com/office/officeart/2005/8/layout/orgChart1"/>
    <dgm:cxn modelId="{3168BEE5-7C14-47B2-B28F-9133DCD6B4FD}" type="presParOf" srcId="{8ED10B57-9F3A-4BF8-9AD2-0799604EE367}" destId="{8145F033-300D-4CCE-8905-BF1D7097F38D}" srcOrd="2" destOrd="0" presId="urn:microsoft.com/office/officeart/2005/8/layout/orgChart1"/>
    <dgm:cxn modelId="{5D3012FC-0AB1-41A8-8749-00161E121E56}" type="presParOf" srcId="{7D5D7F09-0DB5-40B4-AA1A-4E8F1E2BD647}" destId="{3EDBFDA2-1EC1-4817-9D32-649DD6AF368B}" srcOrd="2" destOrd="0" presId="urn:microsoft.com/office/officeart/2005/8/layout/orgChart1"/>
    <dgm:cxn modelId="{2D9A51BE-DB7A-414C-8515-234796B1ED4C}" type="presParOf" srcId="{7D5D7F09-0DB5-40B4-AA1A-4E8F1E2BD647}" destId="{50EF3C7E-B2C4-43E3-A440-7562E7C3E20A}" srcOrd="3" destOrd="0" presId="urn:microsoft.com/office/officeart/2005/8/layout/orgChart1"/>
    <dgm:cxn modelId="{99AB7C34-4ECC-4FA1-A775-DE4CAB667C7C}" type="presParOf" srcId="{50EF3C7E-B2C4-43E3-A440-7562E7C3E20A}" destId="{2DDC8540-5F11-496D-A5FD-ADFEAC7C7000}" srcOrd="0" destOrd="0" presId="urn:microsoft.com/office/officeart/2005/8/layout/orgChart1"/>
    <dgm:cxn modelId="{410A7CFC-10B3-4F95-913B-F0EFC8AAD75A}" type="presParOf" srcId="{2DDC8540-5F11-496D-A5FD-ADFEAC7C7000}" destId="{B69D9DEA-6844-4F10-BDBA-2100F653FF89}" srcOrd="0" destOrd="0" presId="urn:microsoft.com/office/officeart/2005/8/layout/orgChart1"/>
    <dgm:cxn modelId="{DA3F0D55-61DC-4C8A-B1DC-17AF0A7B5CB0}" type="presParOf" srcId="{2DDC8540-5F11-496D-A5FD-ADFEAC7C7000}" destId="{0BFB882F-20EA-45BD-A417-DAE4B1A82ECE}" srcOrd="1" destOrd="0" presId="urn:microsoft.com/office/officeart/2005/8/layout/orgChart1"/>
    <dgm:cxn modelId="{532ADFB4-4CFD-450C-91BF-7CDA2B3503A5}" type="presParOf" srcId="{50EF3C7E-B2C4-43E3-A440-7562E7C3E20A}" destId="{E9331905-5600-462B-8ACD-5A4F0F82D6C2}" srcOrd="1" destOrd="0" presId="urn:microsoft.com/office/officeart/2005/8/layout/orgChart1"/>
    <dgm:cxn modelId="{F4AFA686-CDF0-40E1-9216-9B97906A08A6}" type="presParOf" srcId="{E9331905-5600-462B-8ACD-5A4F0F82D6C2}" destId="{81530A18-B93A-4B94-88BD-F448E42DF56F}" srcOrd="0" destOrd="0" presId="urn:microsoft.com/office/officeart/2005/8/layout/orgChart1"/>
    <dgm:cxn modelId="{8578915F-369F-4029-A296-7CF02B38A9B4}" type="presParOf" srcId="{E9331905-5600-462B-8ACD-5A4F0F82D6C2}" destId="{E97C2231-287A-4665-A6E3-E4FAE990997F}" srcOrd="1" destOrd="0" presId="urn:microsoft.com/office/officeart/2005/8/layout/orgChart1"/>
    <dgm:cxn modelId="{85FC6381-CE6D-42F6-BE19-C9716486DB7C}" type="presParOf" srcId="{E97C2231-287A-4665-A6E3-E4FAE990997F}" destId="{10B1AF10-BDFC-4DE2-A029-E3F337404BE8}" srcOrd="0" destOrd="0" presId="urn:microsoft.com/office/officeart/2005/8/layout/orgChart1"/>
    <dgm:cxn modelId="{DE910676-51F5-45AF-B784-67FD27E17BF6}" type="presParOf" srcId="{10B1AF10-BDFC-4DE2-A029-E3F337404BE8}" destId="{9EE0D99C-FA39-4D4B-BA64-2F787993FD79}" srcOrd="0" destOrd="0" presId="urn:microsoft.com/office/officeart/2005/8/layout/orgChart1"/>
    <dgm:cxn modelId="{23E44F9D-123D-4312-859E-4FFD2431D7AE}" type="presParOf" srcId="{10B1AF10-BDFC-4DE2-A029-E3F337404BE8}" destId="{1FE2CB63-1173-4933-9E37-F03FB621AD5D}" srcOrd="1" destOrd="0" presId="urn:microsoft.com/office/officeart/2005/8/layout/orgChart1"/>
    <dgm:cxn modelId="{66354617-E3E8-485A-ADE8-C13063D10E11}" type="presParOf" srcId="{E97C2231-287A-4665-A6E3-E4FAE990997F}" destId="{12CE1CDD-3672-41ED-A975-CDF078B94E52}" srcOrd="1" destOrd="0" presId="urn:microsoft.com/office/officeart/2005/8/layout/orgChart1"/>
    <dgm:cxn modelId="{E68CC928-2DE1-4A82-BEC8-513B49131011}" type="presParOf" srcId="{12CE1CDD-3672-41ED-A975-CDF078B94E52}" destId="{DE69E1C7-ADDB-49F2-B5A4-ABF8BD9252A8}" srcOrd="0" destOrd="0" presId="urn:microsoft.com/office/officeart/2005/8/layout/orgChart1"/>
    <dgm:cxn modelId="{B6312B67-0066-4723-941B-7C99A889F1C1}" type="presParOf" srcId="{12CE1CDD-3672-41ED-A975-CDF078B94E52}" destId="{A43CE514-B105-4334-958C-5DCCBCE0E6B7}" srcOrd="1" destOrd="0" presId="urn:microsoft.com/office/officeart/2005/8/layout/orgChart1"/>
    <dgm:cxn modelId="{4BAED89D-1369-4552-9D47-A6D82EFC8CBF}" type="presParOf" srcId="{A43CE514-B105-4334-958C-5DCCBCE0E6B7}" destId="{1AB1FF38-4C1F-494E-A311-8DCAD61C900C}" srcOrd="0" destOrd="0" presId="urn:microsoft.com/office/officeart/2005/8/layout/orgChart1"/>
    <dgm:cxn modelId="{B20E8562-000D-4809-B972-1640F970B29F}" type="presParOf" srcId="{1AB1FF38-4C1F-494E-A311-8DCAD61C900C}" destId="{D4C3E692-0F23-4F15-B144-6F66E1914387}" srcOrd="0" destOrd="0" presId="urn:microsoft.com/office/officeart/2005/8/layout/orgChart1"/>
    <dgm:cxn modelId="{C7E6B0A4-0180-4616-B0F0-EE8857B2E094}" type="presParOf" srcId="{1AB1FF38-4C1F-494E-A311-8DCAD61C900C}" destId="{0784822B-AB6A-49B4-9AB0-2E1107943E94}" srcOrd="1" destOrd="0" presId="urn:microsoft.com/office/officeart/2005/8/layout/orgChart1"/>
    <dgm:cxn modelId="{69F79BF9-62CE-4A7D-8B9C-9B3A993AA16D}" type="presParOf" srcId="{A43CE514-B105-4334-958C-5DCCBCE0E6B7}" destId="{6D778DBE-2E83-4AA2-A98D-57708F0F19CB}" srcOrd="1" destOrd="0" presId="urn:microsoft.com/office/officeart/2005/8/layout/orgChart1"/>
    <dgm:cxn modelId="{C5937BDA-6001-4E06-9947-33ECB746B588}" type="presParOf" srcId="{6D778DBE-2E83-4AA2-A98D-57708F0F19CB}" destId="{3CD8B9FB-4D62-49F5-B24C-D7A2244046DE}" srcOrd="0" destOrd="0" presId="urn:microsoft.com/office/officeart/2005/8/layout/orgChart1"/>
    <dgm:cxn modelId="{B0A0ABF1-25A8-4F6F-A0E6-EB5DD7344371}" type="presParOf" srcId="{6D778DBE-2E83-4AA2-A98D-57708F0F19CB}" destId="{1284C893-9F42-4849-B5E7-54D323812E39}" srcOrd="1" destOrd="0" presId="urn:microsoft.com/office/officeart/2005/8/layout/orgChart1"/>
    <dgm:cxn modelId="{0539B596-A613-4EAC-A34A-B04577C3CC46}" type="presParOf" srcId="{1284C893-9F42-4849-B5E7-54D323812E39}" destId="{56854AB1-99E2-48A4-B019-D0831DB2B5FA}" srcOrd="0" destOrd="0" presId="urn:microsoft.com/office/officeart/2005/8/layout/orgChart1"/>
    <dgm:cxn modelId="{F8A2B694-FE51-4122-9D36-B2C6516C05CF}" type="presParOf" srcId="{56854AB1-99E2-48A4-B019-D0831DB2B5FA}" destId="{E6BE6D01-C2B4-4B0D-A164-1CA029C77D0C}" srcOrd="0" destOrd="0" presId="urn:microsoft.com/office/officeart/2005/8/layout/orgChart1"/>
    <dgm:cxn modelId="{D89AB348-4423-42D3-8BC5-29FCDB62CDBE}" type="presParOf" srcId="{56854AB1-99E2-48A4-B019-D0831DB2B5FA}" destId="{ECF04685-5B85-4249-B8FB-8317C8A61382}" srcOrd="1" destOrd="0" presId="urn:microsoft.com/office/officeart/2005/8/layout/orgChart1"/>
    <dgm:cxn modelId="{DE2C23A6-5BEC-488A-A65B-12C21D9DB152}" type="presParOf" srcId="{1284C893-9F42-4849-B5E7-54D323812E39}" destId="{9C3AF7F0-0761-4ACA-B9EA-A6F66CE1FE3C}" srcOrd="1" destOrd="0" presId="urn:microsoft.com/office/officeart/2005/8/layout/orgChart1"/>
    <dgm:cxn modelId="{0FCAC8D2-DF5A-49C4-B7AF-4DAFC788FFF4}" type="presParOf" srcId="{1284C893-9F42-4849-B5E7-54D323812E39}" destId="{018FED24-0A53-4DE2-B49F-C3698013EC3D}" srcOrd="2" destOrd="0" presId="urn:microsoft.com/office/officeart/2005/8/layout/orgChart1"/>
    <dgm:cxn modelId="{AA0130F7-FA9C-47D7-8D20-B87C5AEED207}" type="presParOf" srcId="{A43CE514-B105-4334-958C-5DCCBCE0E6B7}" destId="{23741567-07B1-4ED3-908D-DCDB6AB3FBB1}" srcOrd="2" destOrd="0" presId="urn:microsoft.com/office/officeart/2005/8/layout/orgChart1"/>
    <dgm:cxn modelId="{D138BA31-A6DD-493F-8EA2-DAD8F7C9FEF7}" type="presParOf" srcId="{12CE1CDD-3672-41ED-A975-CDF078B94E52}" destId="{25476F32-070F-42CE-9523-2D2FDBFD2902}" srcOrd="2" destOrd="0" presId="urn:microsoft.com/office/officeart/2005/8/layout/orgChart1"/>
    <dgm:cxn modelId="{E9D1DC3B-01BB-4C5A-8F5D-3036164D51AF}" type="presParOf" srcId="{12CE1CDD-3672-41ED-A975-CDF078B94E52}" destId="{21241B00-25E9-458B-9320-FE6F4E6C5925}" srcOrd="3" destOrd="0" presId="urn:microsoft.com/office/officeart/2005/8/layout/orgChart1"/>
    <dgm:cxn modelId="{6399ADBE-1BE2-4756-B594-01DF7E8AAAC8}" type="presParOf" srcId="{21241B00-25E9-458B-9320-FE6F4E6C5925}" destId="{46FBD49E-1084-4BB8-BD5C-8BE329795489}" srcOrd="0" destOrd="0" presId="urn:microsoft.com/office/officeart/2005/8/layout/orgChart1"/>
    <dgm:cxn modelId="{4FE39499-18F5-4DB2-8238-CB907CA396EB}" type="presParOf" srcId="{46FBD49E-1084-4BB8-BD5C-8BE329795489}" destId="{6D184194-5737-4C0B-8774-198209D98B6E}" srcOrd="0" destOrd="0" presId="urn:microsoft.com/office/officeart/2005/8/layout/orgChart1"/>
    <dgm:cxn modelId="{986BAF31-BCFA-4D37-ADD6-2EE7569985EB}" type="presParOf" srcId="{46FBD49E-1084-4BB8-BD5C-8BE329795489}" destId="{DD9F616E-D76A-4AD4-820F-1F9FDCFFD773}" srcOrd="1" destOrd="0" presId="urn:microsoft.com/office/officeart/2005/8/layout/orgChart1"/>
    <dgm:cxn modelId="{7E1B0701-B14A-4A78-B9FD-947B8C053AAD}" type="presParOf" srcId="{21241B00-25E9-458B-9320-FE6F4E6C5925}" destId="{AEBA273B-28DA-438A-90C3-5C3296197136}" srcOrd="1" destOrd="0" presId="urn:microsoft.com/office/officeart/2005/8/layout/orgChart1"/>
    <dgm:cxn modelId="{E25A0F89-7E7B-43BE-B8AE-16B4F548007D}" type="presParOf" srcId="{AEBA273B-28DA-438A-90C3-5C3296197136}" destId="{FBDA3659-A8AE-40BC-A84C-849F45FE2ED3}" srcOrd="0" destOrd="0" presId="urn:microsoft.com/office/officeart/2005/8/layout/orgChart1"/>
    <dgm:cxn modelId="{C344E096-5143-4EA1-AC51-D0776C763676}" type="presParOf" srcId="{AEBA273B-28DA-438A-90C3-5C3296197136}" destId="{5B790949-E66B-484F-988C-A1F91CD0A6D1}" srcOrd="1" destOrd="0" presId="urn:microsoft.com/office/officeart/2005/8/layout/orgChart1"/>
    <dgm:cxn modelId="{2DA2F369-7568-4D64-BA31-890D74D9EC6F}" type="presParOf" srcId="{5B790949-E66B-484F-988C-A1F91CD0A6D1}" destId="{AB28BBD6-FC22-4A66-9D8F-1ECC5A76A616}" srcOrd="0" destOrd="0" presId="urn:microsoft.com/office/officeart/2005/8/layout/orgChart1"/>
    <dgm:cxn modelId="{24304341-70AC-4DAE-B9F4-1838D914F0B2}" type="presParOf" srcId="{AB28BBD6-FC22-4A66-9D8F-1ECC5A76A616}" destId="{E870CC5A-28BA-402E-B370-05C82B89C5C6}" srcOrd="0" destOrd="0" presId="urn:microsoft.com/office/officeart/2005/8/layout/orgChart1"/>
    <dgm:cxn modelId="{923A8A41-D768-49C4-9F7A-BF587A78012F}" type="presParOf" srcId="{AB28BBD6-FC22-4A66-9D8F-1ECC5A76A616}" destId="{CCDB980F-DBB9-4F4D-A274-0687C477E7A5}" srcOrd="1" destOrd="0" presId="urn:microsoft.com/office/officeart/2005/8/layout/orgChart1"/>
    <dgm:cxn modelId="{3554D845-F764-4AF4-951B-A3CECB306BDA}" type="presParOf" srcId="{5B790949-E66B-484F-988C-A1F91CD0A6D1}" destId="{17F75280-D098-442F-9507-0BF2BA18DD4E}" srcOrd="1" destOrd="0" presId="urn:microsoft.com/office/officeart/2005/8/layout/orgChart1"/>
    <dgm:cxn modelId="{D60CD41F-0EB6-4443-A882-C231082D9B54}" type="presParOf" srcId="{17F75280-D098-442F-9507-0BF2BA18DD4E}" destId="{DFCFBC8C-B1C4-4719-AE79-BED2A2A6F082}" srcOrd="0" destOrd="0" presId="urn:microsoft.com/office/officeart/2005/8/layout/orgChart1"/>
    <dgm:cxn modelId="{28F07C2D-3E8A-4260-A232-3BC74E60059D}" type="presParOf" srcId="{17F75280-D098-442F-9507-0BF2BA18DD4E}" destId="{75A13FE7-95A5-4984-93CC-B8E6FECDAAAA}" srcOrd="1" destOrd="0" presId="urn:microsoft.com/office/officeart/2005/8/layout/orgChart1"/>
    <dgm:cxn modelId="{1A524040-E051-4EB0-9DD4-CE8EB79B3678}" type="presParOf" srcId="{75A13FE7-95A5-4984-93CC-B8E6FECDAAAA}" destId="{812E136A-2E6D-4E48-9D80-8406799CA77E}" srcOrd="0" destOrd="0" presId="urn:microsoft.com/office/officeart/2005/8/layout/orgChart1"/>
    <dgm:cxn modelId="{0A6B0CB6-F33E-443C-83DF-B13C26067997}" type="presParOf" srcId="{812E136A-2E6D-4E48-9D80-8406799CA77E}" destId="{7A5F0159-D6DA-4014-B9B3-0348935D302F}" srcOrd="0" destOrd="0" presId="urn:microsoft.com/office/officeart/2005/8/layout/orgChart1"/>
    <dgm:cxn modelId="{EFA49033-46BD-4E47-AAD3-0198AC0012AF}" type="presParOf" srcId="{812E136A-2E6D-4E48-9D80-8406799CA77E}" destId="{B46DFC56-2569-40C2-8AEE-12CDBD1AFE22}" srcOrd="1" destOrd="0" presId="urn:microsoft.com/office/officeart/2005/8/layout/orgChart1"/>
    <dgm:cxn modelId="{C30EEFBB-5D74-4737-A611-9B407C9269EF}" type="presParOf" srcId="{75A13FE7-95A5-4984-93CC-B8E6FECDAAAA}" destId="{00369281-430A-4374-AB41-501084FC3F11}" srcOrd="1" destOrd="0" presId="urn:microsoft.com/office/officeart/2005/8/layout/orgChart1"/>
    <dgm:cxn modelId="{CBEED6AC-93D0-4FD4-A9AA-3409886A0076}" type="presParOf" srcId="{00369281-430A-4374-AB41-501084FC3F11}" destId="{8926A857-4075-4918-AF3B-E96B5737F179}" srcOrd="0" destOrd="0" presId="urn:microsoft.com/office/officeart/2005/8/layout/orgChart1"/>
    <dgm:cxn modelId="{22E1008F-6F51-4985-A5F3-C2167520456B}" type="presParOf" srcId="{00369281-430A-4374-AB41-501084FC3F11}" destId="{B1F2B36A-DAEE-4B59-90FC-7F29A2C3CC63}" srcOrd="1" destOrd="0" presId="urn:microsoft.com/office/officeart/2005/8/layout/orgChart1"/>
    <dgm:cxn modelId="{F7E2552B-9F57-48DB-BBA6-1EA64F05BCB5}" type="presParOf" srcId="{B1F2B36A-DAEE-4B59-90FC-7F29A2C3CC63}" destId="{961CF05D-2FA9-4424-9ACB-78F83376354A}" srcOrd="0" destOrd="0" presId="urn:microsoft.com/office/officeart/2005/8/layout/orgChart1"/>
    <dgm:cxn modelId="{90DABD2B-C2C3-4E86-945C-8D824A2316B0}" type="presParOf" srcId="{961CF05D-2FA9-4424-9ACB-78F83376354A}" destId="{16064723-D4A1-430E-949A-E0A8475EC3A4}" srcOrd="0" destOrd="0" presId="urn:microsoft.com/office/officeart/2005/8/layout/orgChart1"/>
    <dgm:cxn modelId="{39A534AC-5B97-4BC6-A2FC-D5E22D916443}" type="presParOf" srcId="{961CF05D-2FA9-4424-9ACB-78F83376354A}" destId="{36E08EC4-88C7-4E3A-B75E-A63DC159FBE0}" srcOrd="1" destOrd="0" presId="urn:microsoft.com/office/officeart/2005/8/layout/orgChart1"/>
    <dgm:cxn modelId="{12CB058C-B5BC-41DA-AACD-F9A684E74D15}" type="presParOf" srcId="{B1F2B36A-DAEE-4B59-90FC-7F29A2C3CC63}" destId="{B395424B-E3B0-4FB2-9087-0665B12E8D4D}" srcOrd="1" destOrd="0" presId="urn:microsoft.com/office/officeart/2005/8/layout/orgChart1"/>
    <dgm:cxn modelId="{ADB0AE3F-02FF-4659-B5D2-635C9187CAD0}" type="presParOf" srcId="{B1F2B36A-DAEE-4B59-90FC-7F29A2C3CC63}" destId="{4F702704-94DD-40BF-9EEE-99DCBAF6FE2A}" srcOrd="2" destOrd="0" presId="urn:microsoft.com/office/officeart/2005/8/layout/orgChart1"/>
    <dgm:cxn modelId="{A087B086-AE1F-4883-A19E-C6F6F560D9A6}" type="presParOf" srcId="{00369281-430A-4374-AB41-501084FC3F11}" destId="{E726FC7B-A4C4-4DAC-A022-AD0AF2D6B2FB}" srcOrd="2" destOrd="0" presId="urn:microsoft.com/office/officeart/2005/8/layout/orgChart1"/>
    <dgm:cxn modelId="{EC90F68F-FF76-473C-B0C8-827C2DF94EC8}" type="presParOf" srcId="{00369281-430A-4374-AB41-501084FC3F11}" destId="{BCAA1061-9539-4B62-98A9-249382C469F5}" srcOrd="3" destOrd="0" presId="urn:microsoft.com/office/officeart/2005/8/layout/orgChart1"/>
    <dgm:cxn modelId="{EB7CE227-DEE1-4C54-89B8-072CA0DC6291}" type="presParOf" srcId="{BCAA1061-9539-4B62-98A9-249382C469F5}" destId="{67525F74-D76C-4043-AC94-50B123496383}" srcOrd="0" destOrd="0" presId="urn:microsoft.com/office/officeart/2005/8/layout/orgChart1"/>
    <dgm:cxn modelId="{1D473571-2394-48D8-899C-133A2D17DEC1}" type="presParOf" srcId="{67525F74-D76C-4043-AC94-50B123496383}" destId="{7BC5BBC2-1162-4F97-9365-D0A8CF872177}" srcOrd="0" destOrd="0" presId="urn:microsoft.com/office/officeart/2005/8/layout/orgChart1"/>
    <dgm:cxn modelId="{A902ED03-9FAB-4E75-ADE6-5FF5ED9C1A52}" type="presParOf" srcId="{67525F74-D76C-4043-AC94-50B123496383}" destId="{12A2E9C3-41B7-4957-A536-0DEDFCF81A40}" srcOrd="1" destOrd="0" presId="urn:microsoft.com/office/officeart/2005/8/layout/orgChart1"/>
    <dgm:cxn modelId="{38A737DD-A46F-462A-A052-40255DB6EFBA}" type="presParOf" srcId="{BCAA1061-9539-4B62-98A9-249382C469F5}" destId="{D162CC3D-5699-4CF1-8DA6-1AA1D17166A2}" srcOrd="1" destOrd="0" presId="urn:microsoft.com/office/officeart/2005/8/layout/orgChart1"/>
    <dgm:cxn modelId="{37A7E10A-4C50-4C2F-8FAB-EA271D63D49B}" type="presParOf" srcId="{D162CC3D-5699-4CF1-8DA6-1AA1D17166A2}" destId="{25F2BBAC-279E-4BA5-A0FE-5F947BC5A282}" srcOrd="0" destOrd="0" presId="urn:microsoft.com/office/officeart/2005/8/layout/orgChart1"/>
    <dgm:cxn modelId="{FE5EA11C-17F6-45AE-9E08-E3C3FCA0955E}" type="presParOf" srcId="{D162CC3D-5699-4CF1-8DA6-1AA1D17166A2}" destId="{967CAC20-2A71-4701-B146-436BBDC3D4FD}" srcOrd="1" destOrd="0" presId="urn:microsoft.com/office/officeart/2005/8/layout/orgChart1"/>
    <dgm:cxn modelId="{D93927CF-E868-492F-BF7C-523C956C0A2C}" type="presParOf" srcId="{967CAC20-2A71-4701-B146-436BBDC3D4FD}" destId="{5E521707-5A36-446C-8986-9C560618C22E}" srcOrd="0" destOrd="0" presId="urn:microsoft.com/office/officeart/2005/8/layout/orgChart1"/>
    <dgm:cxn modelId="{C18E15FA-13CC-406E-8D43-5555F8953060}" type="presParOf" srcId="{5E521707-5A36-446C-8986-9C560618C22E}" destId="{D377FC22-17A2-4B6F-AD9C-6FF9B589BE39}" srcOrd="0" destOrd="0" presId="urn:microsoft.com/office/officeart/2005/8/layout/orgChart1"/>
    <dgm:cxn modelId="{F67274B8-9E5C-4860-8B7D-7EE0A0A7AB40}" type="presParOf" srcId="{5E521707-5A36-446C-8986-9C560618C22E}" destId="{CD7F20A8-9FF8-4919-A79A-3FCF523F6745}" srcOrd="1" destOrd="0" presId="urn:microsoft.com/office/officeart/2005/8/layout/orgChart1"/>
    <dgm:cxn modelId="{96D8FA72-2461-4A17-8536-65E37F47204B}" type="presParOf" srcId="{967CAC20-2A71-4701-B146-436BBDC3D4FD}" destId="{932AE399-6767-4C65-85E0-38AFC81CEE9C}" srcOrd="1" destOrd="0" presId="urn:microsoft.com/office/officeart/2005/8/layout/orgChart1"/>
    <dgm:cxn modelId="{030C5F00-B693-49D5-8F31-B3984579B75E}" type="presParOf" srcId="{967CAC20-2A71-4701-B146-436BBDC3D4FD}" destId="{0AB9608B-B141-4AF3-9EB8-9C6D3CB82C46}" srcOrd="2" destOrd="0" presId="urn:microsoft.com/office/officeart/2005/8/layout/orgChart1"/>
    <dgm:cxn modelId="{7CE4364D-5458-415D-8241-708EFF790DA0}" type="presParOf" srcId="{BCAA1061-9539-4B62-98A9-249382C469F5}" destId="{8BFC7852-2904-4ACE-83D2-06F997D01967}" srcOrd="2" destOrd="0" presId="urn:microsoft.com/office/officeart/2005/8/layout/orgChart1"/>
    <dgm:cxn modelId="{D79415F3-F703-40FF-82E3-355E98CDA4F7}" type="presParOf" srcId="{75A13FE7-95A5-4984-93CC-B8E6FECDAAAA}" destId="{70574870-F600-4B67-84B7-8F5BD5FD501E}" srcOrd="2" destOrd="0" presId="urn:microsoft.com/office/officeart/2005/8/layout/orgChart1"/>
    <dgm:cxn modelId="{94364995-444F-4E4E-A10D-F6FD283833C9}" type="presParOf" srcId="{5B790949-E66B-484F-988C-A1F91CD0A6D1}" destId="{F608E423-A9CD-47E8-9268-6DFDCF0C2873}" srcOrd="2" destOrd="0" presId="urn:microsoft.com/office/officeart/2005/8/layout/orgChart1"/>
    <dgm:cxn modelId="{77330300-74AC-4547-9004-A133204B4AF2}" type="presParOf" srcId="{21241B00-25E9-458B-9320-FE6F4E6C5925}" destId="{964FAE64-E89A-437B-8B0F-23C707D622C1}" srcOrd="2" destOrd="0" presId="urn:microsoft.com/office/officeart/2005/8/layout/orgChart1"/>
    <dgm:cxn modelId="{A3B16E2C-C5AD-48A9-B463-A2D182B6D115}" type="presParOf" srcId="{E97C2231-287A-4665-A6E3-E4FAE990997F}" destId="{10BFCC0C-1DA5-41C9-B8AF-6B63B0DB4926}" srcOrd="2" destOrd="0" presId="urn:microsoft.com/office/officeart/2005/8/layout/orgChart1"/>
    <dgm:cxn modelId="{AB538D9B-91DB-47A5-AC2B-2DA1CB790BDE}" type="presParOf" srcId="{E9331905-5600-462B-8ACD-5A4F0F82D6C2}" destId="{61A568C1-4C0F-4C07-BB65-4F9F5268A4C5}" srcOrd="2" destOrd="0" presId="urn:microsoft.com/office/officeart/2005/8/layout/orgChart1"/>
    <dgm:cxn modelId="{F3D37488-8668-4609-B7A6-B9F54FEE2FB8}" type="presParOf" srcId="{E9331905-5600-462B-8ACD-5A4F0F82D6C2}" destId="{C1669816-7E22-4F05-8114-82079C66FD08}" srcOrd="3" destOrd="0" presId="urn:microsoft.com/office/officeart/2005/8/layout/orgChart1"/>
    <dgm:cxn modelId="{8D5C4781-699A-451A-918A-459EE7408EBF}" type="presParOf" srcId="{C1669816-7E22-4F05-8114-82079C66FD08}" destId="{D3DF5E1D-A12D-43E9-A037-6B67079A7C4B}" srcOrd="0" destOrd="0" presId="urn:microsoft.com/office/officeart/2005/8/layout/orgChart1"/>
    <dgm:cxn modelId="{32E56205-9DEA-4581-A29B-8C9E4350FD5A}" type="presParOf" srcId="{D3DF5E1D-A12D-43E9-A037-6B67079A7C4B}" destId="{D333FB8C-2245-43C6-946D-6CACC86B130B}" srcOrd="0" destOrd="0" presId="urn:microsoft.com/office/officeart/2005/8/layout/orgChart1"/>
    <dgm:cxn modelId="{6420668D-8DE9-47F3-9808-2BBE616250A4}" type="presParOf" srcId="{D3DF5E1D-A12D-43E9-A037-6B67079A7C4B}" destId="{C0D8FFCE-FD40-4E5C-AF9B-74AF293D1AB0}" srcOrd="1" destOrd="0" presId="urn:microsoft.com/office/officeart/2005/8/layout/orgChart1"/>
    <dgm:cxn modelId="{E478C082-9AF1-4494-A229-1DDFD8831989}" type="presParOf" srcId="{C1669816-7E22-4F05-8114-82079C66FD08}" destId="{7FE72B4D-CB94-4298-B6FC-07D807B7C34A}" srcOrd="1" destOrd="0" presId="urn:microsoft.com/office/officeart/2005/8/layout/orgChart1"/>
    <dgm:cxn modelId="{92BA76BE-0AE5-4398-A1FB-39F6BF8D8400}" type="presParOf" srcId="{7FE72B4D-CB94-4298-B6FC-07D807B7C34A}" destId="{483579CC-5B60-40D2-8F5B-55A8D97DCDE7}" srcOrd="0" destOrd="0" presId="urn:microsoft.com/office/officeart/2005/8/layout/orgChart1"/>
    <dgm:cxn modelId="{ADA6B0D7-2AF5-43BD-8936-E3C749A8D91E}" type="presParOf" srcId="{7FE72B4D-CB94-4298-B6FC-07D807B7C34A}" destId="{20489D67-CE2E-49D9-BFF2-E0D5553D0D0E}" srcOrd="1" destOrd="0" presId="urn:microsoft.com/office/officeart/2005/8/layout/orgChart1"/>
    <dgm:cxn modelId="{1A86EF58-4979-46CD-9C2D-18DFF4B22323}" type="presParOf" srcId="{20489D67-CE2E-49D9-BFF2-E0D5553D0D0E}" destId="{9417C335-B1EE-4687-ACD2-F967142A05EC}" srcOrd="0" destOrd="0" presId="urn:microsoft.com/office/officeart/2005/8/layout/orgChart1"/>
    <dgm:cxn modelId="{E7CCB415-25CB-4987-B01D-89FDF7D6910E}" type="presParOf" srcId="{9417C335-B1EE-4687-ACD2-F967142A05EC}" destId="{6F92CE2B-4C4D-4A2C-A34E-CB5062DC2713}" srcOrd="0" destOrd="0" presId="urn:microsoft.com/office/officeart/2005/8/layout/orgChart1"/>
    <dgm:cxn modelId="{88501C78-58D3-44BD-B4C7-3B9EDDDC1B38}" type="presParOf" srcId="{9417C335-B1EE-4687-ACD2-F967142A05EC}" destId="{56E77D1D-6637-4D14-B2C4-AC7C47930071}" srcOrd="1" destOrd="0" presId="urn:microsoft.com/office/officeart/2005/8/layout/orgChart1"/>
    <dgm:cxn modelId="{DD555B07-F5A9-430B-A014-5AA6AB11584B}" type="presParOf" srcId="{20489D67-CE2E-49D9-BFF2-E0D5553D0D0E}" destId="{3C29B9B7-B6EF-415E-956D-49FD1B5F7277}" srcOrd="1" destOrd="0" presId="urn:microsoft.com/office/officeart/2005/8/layout/orgChart1"/>
    <dgm:cxn modelId="{162A574E-03B9-4566-B883-9A1A6ED64FE6}" type="presParOf" srcId="{3C29B9B7-B6EF-415E-956D-49FD1B5F7277}" destId="{C1A5D0FA-6157-4F1C-B9BB-288FF988D92E}" srcOrd="0" destOrd="0" presId="urn:microsoft.com/office/officeart/2005/8/layout/orgChart1"/>
    <dgm:cxn modelId="{6990E127-2C77-4818-939E-69447ADD0AD9}" type="presParOf" srcId="{3C29B9B7-B6EF-415E-956D-49FD1B5F7277}" destId="{3E0E12B9-9679-4CCA-89CF-859509D827CA}" srcOrd="1" destOrd="0" presId="urn:microsoft.com/office/officeart/2005/8/layout/orgChart1"/>
    <dgm:cxn modelId="{11464754-A76E-400F-8BD7-1757DFFBFAFB}" type="presParOf" srcId="{3E0E12B9-9679-4CCA-89CF-859509D827CA}" destId="{4E56343F-E76E-4357-8E8C-8314BC3F3EC3}" srcOrd="0" destOrd="0" presId="urn:microsoft.com/office/officeart/2005/8/layout/orgChart1"/>
    <dgm:cxn modelId="{D40F7764-4EBC-468D-816C-6ED0E673D2FD}" type="presParOf" srcId="{4E56343F-E76E-4357-8E8C-8314BC3F3EC3}" destId="{66ACF0D8-5624-45AC-A192-B8C6596204B8}" srcOrd="0" destOrd="0" presId="urn:microsoft.com/office/officeart/2005/8/layout/orgChart1"/>
    <dgm:cxn modelId="{1B571BD8-2A98-4D7B-9400-3EA72E562881}" type="presParOf" srcId="{4E56343F-E76E-4357-8E8C-8314BC3F3EC3}" destId="{89205108-500F-437C-A215-77BEFAB9231B}" srcOrd="1" destOrd="0" presId="urn:microsoft.com/office/officeart/2005/8/layout/orgChart1"/>
    <dgm:cxn modelId="{FBFE6445-19CD-4E23-A709-02D5AFDBDD17}" type="presParOf" srcId="{3E0E12B9-9679-4CCA-89CF-859509D827CA}" destId="{E6B791D4-1975-4D65-AF5E-D71563A6856A}" srcOrd="1" destOrd="0" presId="urn:microsoft.com/office/officeart/2005/8/layout/orgChart1"/>
    <dgm:cxn modelId="{3EF1A1D6-1D9D-4FE2-84FB-61BBFFD55BDA}" type="presParOf" srcId="{3E0E12B9-9679-4CCA-89CF-859509D827CA}" destId="{CF40C259-9097-4624-BBC3-7A2D5A0BA5AD}" srcOrd="2" destOrd="0" presId="urn:microsoft.com/office/officeart/2005/8/layout/orgChart1"/>
    <dgm:cxn modelId="{9C246CB7-A399-4E20-8D9A-D8C13976F42B}" type="presParOf" srcId="{20489D67-CE2E-49D9-BFF2-E0D5553D0D0E}" destId="{77883924-3771-4680-B997-11C40441026A}" srcOrd="2" destOrd="0" presId="urn:microsoft.com/office/officeart/2005/8/layout/orgChart1"/>
    <dgm:cxn modelId="{243BB638-83AD-4552-81C9-5E0FD0CF06FD}" type="presParOf" srcId="{7FE72B4D-CB94-4298-B6FC-07D807B7C34A}" destId="{6F2CF19F-ED5B-4E36-A425-65D92BF99E1B}" srcOrd="2" destOrd="0" presId="urn:microsoft.com/office/officeart/2005/8/layout/orgChart1"/>
    <dgm:cxn modelId="{27F92B38-3E65-462E-A7C6-417F52B36D3E}" type="presParOf" srcId="{7FE72B4D-CB94-4298-B6FC-07D807B7C34A}" destId="{CA5B0C14-4DEF-466A-AA44-CE47487C79D1}" srcOrd="3" destOrd="0" presId="urn:microsoft.com/office/officeart/2005/8/layout/orgChart1"/>
    <dgm:cxn modelId="{04B3314B-C93D-4399-A31B-6A04B522B325}" type="presParOf" srcId="{CA5B0C14-4DEF-466A-AA44-CE47487C79D1}" destId="{236B02C7-9353-478E-ABBE-950DEA40F2DC}" srcOrd="0" destOrd="0" presId="urn:microsoft.com/office/officeart/2005/8/layout/orgChart1"/>
    <dgm:cxn modelId="{8E3D13B9-8B3E-498F-A54C-240DC611F3F8}" type="presParOf" srcId="{236B02C7-9353-478E-ABBE-950DEA40F2DC}" destId="{9384C0B5-59B0-4508-BB71-488B537BEC3F}" srcOrd="0" destOrd="0" presId="urn:microsoft.com/office/officeart/2005/8/layout/orgChart1"/>
    <dgm:cxn modelId="{EE0F8972-458B-4F79-8585-99EB564D0B33}" type="presParOf" srcId="{236B02C7-9353-478E-ABBE-950DEA40F2DC}" destId="{5C6F468A-0927-434A-AEB5-9A965E36A662}" srcOrd="1" destOrd="0" presId="urn:microsoft.com/office/officeart/2005/8/layout/orgChart1"/>
    <dgm:cxn modelId="{07A8092A-CF4E-4CF4-B029-E343F1F28A80}" type="presParOf" srcId="{CA5B0C14-4DEF-466A-AA44-CE47487C79D1}" destId="{3BCAF331-0696-465A-B041-69380960BC05}" srcOrd="1" destOrd="0" presId="urn:microsoft.com/office/officeart/2005/8/layout/orgChart1"/>
    <dgm:cxn modelId="{FF03B86B-2432-4501-98D2-8CF90059EBA0}" type="presParOf" srcId="{3BCAF331-0696-465A-B041-69380960BC05}" destId="{5853A746-BFAE-4DFE-8C77-175A1ACF7A2F}" srcOrd="0" destOrd="0" presId="urn:microsoft.com/office/officeart/2005/8/layout/orgChart1"/>
    <dgm:cxn modelId="{0A549440-A174-44DD-BD87-CC8200ABE725}" type="presParOf" srcId="{3BCAF331-0696-465A-B041-69380960BC05}" destId="{98D509E4-6A91-4920-9B09-5B77787B083F}" srcOrd="1" destOrd="0" presId="urn:microsoft.com/office/officeart/2005/8/layout/orgChart1"/>
    <dgm:cxn modelId="{BA0CEB3F-BEC9-4644-BDB1-F1526CBD6853}" type="presParOf" srcId="{98D509E4-6A91-4920-9B09-5B77787B083F}" destId="{D11232E2-AB40-4144-992A-93BC2C285D20}" srcOrd="0" destOrd="0" presId="urn:microsoft.com/office/officeart/2005/8/layout/orgChart1"/>
    <dgm:cxn modelId="{55FAF805-2614-430B-B75E-940C06A680F4}" type="presParOf" srcId="{D11232E2-AB40-4144-992A-93BC2C285D20}" destId="{90E8B7A2-2213-4626-92F0-A4B06A41D140}" srcOrd="0" destOrd="0" presId="urn:microsoft.com/office/officeart/2005/8/layout/orgChart1"/>
    <dgm:cxn modelId="{9419AAFF-AED1-4906-83D6-C782D403DDBD}" type="presParOf" srcId="{D11232E2-AB40-4144-992A-93BC2C285D20}" destId="{68F5FA3B-76D3-4C57-84EB-3F5BC1AEDA05}" srcOrd="1" destOrd="0" presId="urn:microsoft.com/office/officeart/2005/8/layout/orgChart1"/>
    <dgm:cxn modelId="{0028C65F-BF75-4E9A-8423-171DE79BC4A3}" type="presParOf" srcId="{98D509E4-6A91-4920-9B09-5B77787B083F}" destId="{96D72570-EA47-469E-A968-60F94DE27F3A}" srcOrd="1" destOrd="0" presId="urn:microsoft.com/office/officeart/2005/8/layout/orgChart1"/>
    <dgm:cxn modelId="{C3A37B95-BC42-49A3-ACF7-44FA5F1AA00F}" type="presParOf" srcId="{96D72570-EA47-469E-A968-60F94DE27F3A}" destId="{D18497A4-1BD6-45E6-80F0-F8FA3F6C6E7C}" srcOrd="0" destOrd="0" presId="urn:microsoft.com/office/officeart/2005/8/layout/orgChart1"/>
    <dgm:cxn modelId="{2CDB3BAD-0B83-4C2A-BA0D-0CE1EBC93BCF}" type="presParOf" srcId="{96D72570-EA47-469E-A968-60F94DE27F3A}" destId="{7AFC5754-E166-4B33-B612-15C30546A28D}" srcOrd="1" destOrd="0" presId="urn:microsoft.com/office/officeart/2005/8/layout/orgChart1"/>
    <dgm:cxn modelId="{908ACCB0-C1AF-48B4-BA0C-58294CA240DD}" type="presParOf" srcId="{7AFC5754-E166-4B33-B612-15C30546A28D}" destId="{A3C35A5D-12A8-47EE-B2FC-1A768BAD999F}" srcOrd="0" destOrd="0" presId="urn:microsoft.com/office/officeart/2005/8/layout/orgChart1"/>
    <dgm:cxn modelId="{92534DE2-3CCE-454E-9D9F-022058C66B97}" type="presParOf" srcId="{A3C35A5D-12A8-47EE-B2FC-1A768BAD999F}" destId="{AEBEFB2D-B7AF-4214-950E-67978430F952}" srcOrd="0" destOrd="0" presId="urn:microsoft.com/office/officeart/2005/8/layout/orgChart1"/>
    <dgm:cxn modelId="{906E0610-A7D4-4839-85F1-A79532F87B3F}" type="presParOf" srcId="{A3C35A5D-12A8-47EE-B2FC-1A768BAD999F}" destId="{5397B66E-2971-405D-856F-4D2EFDE12E5B}" srcOrd="1" destOrd="0" presId="urn:microsoft.com/office/officeart/2005/8/layout/orgChart1"/>
    <dgm:cxn modelId="{454CFAC9-4176-4557-B9A8-F8E0E23048B2}" type="presParOf" srcId="{7AFC5754-E166-4B33-B612-15C30546A28D}" destId="{A50BE97D-FB2B-4684-A13D-E2F6A66FF46B}" srcOrd="1" destOrd="0" presId="urn:microsoft.com/office/officeart/2005/8/layout/orgChart1"/>
    <dgm:cxn modelId="{CECC6B22-A7E6-4598-94BD-5AD975D8CAE7}" type="presParOf" srcId="{7AFC5754-E166-4B33-B612-15C30546A28D}" destId="{7EF9B5C0-28D6-4E81-B283-02C6D245FC16}" srcOrd="2" destOrd="0" presId="urn:microsoft.com/office/officeart/2005/8/layout/orgChart1"/>
    <dgm:cxn modelId="{D9E200FB-F318-494E-B441-E67315F8F433}" type="presParOf" srcId="{96D72570-EA47-469E-A968-60F94DE27F3A}" destId="{2559945A-7DBB-494D-8F7A-58EC5D86BDB0}" srcOrd="2" destOrd="0" presId="urn:microsoft.com/office/officeart/2005/8/layout/orgChart1"/>
    <dgm:cxn modelId="{02087C5F-9344-4331-B07C-63528CD17E99}" type="presParOf" srcId="{96D72570-EA47-469E-A968-60F94DE27F3A}" destId="{E8B1C037-97D8-4611-8137-C4CD87735E90}" srcOrd="3" destOrd="0" presId="urn:microsoft.com/office/officeart/2005/8/layout/orgChart1"/>
    <dgm:cxn modelId="{549B9893-1DA5-426F-BA5B-D77316E855F5}" type="presParOf" srcId="{E8B1C037-97D8-4611-8137-C4CD87735E90}" destId="{D1DF45BD-9DBF-4D68-8689-93CC0819ED53}" srcOrd="0" destOrd="0" presId="urn:microsoft.com/office/officeart/2005/8/layout/orgChart1"/>
    <dgm:cxn modelId="{1AC99242-B8FF-4E43-A42B-542AB824A6BB}" type="presParOf" srcId="{D1DF45BD-9DBF-4D68-8689-93CC0819ED53}" destId="{31CA500B-FDC3-46AC-9CED-BC725DC1E21E}" srcOrd="0" destOrd="0" presId="urn:microsoft.com/office/officeart/2005/8/layout/orgChart1"/>
    <dgm:cxn modelId="{5CFEC74E-EFEA-4B15-9FA1-E0ED1AA26B33}" type="presParOf" srcId="{D1DF45BD-9DBF-4D68-8689-93CC0819ED53}" destId="{75226071-4972-46D8-ADA0-DC9158375FA8}" srcOrd="1" destOrd="0" presId="urn:microsoft.com/office/officeart/2005/8/layout/orgChart1"/>
    <dgm:cxn modelId="{784C3E0C-5E55-4FCD-8616-4B0F9E4145B9}" type="presParOf" srcId="{E8B1C037-97D8-4611-8137-C4CD87735E90}" destId="{B56797DC-82A8-4EB6-BAC7-989BD36A2303}" srcOrd="1" destOrd="0" presId="urn:microsoft.com/office/officeart/2005/8/layout/orgChart1"/>
    <dgm:cxn modelId="{8AC6DCCF-4657-42A7-A31D-DB04BFD7A534}" type="presParOf" srcId="{B56797DC-82A8-4EB6-BAC7-989BD36A2303}" destId="{747E84DB-9F45-4B85-90C2-1516A9966D7A}" srcOrd="0" destOrd="0" presId="urn:microsoft.com/office/officeart/2005/8/layout/orgChart1"/>
    <dgm:cxn modelId="{9C103F28-EEFA-46B2-A9B9-654E8E1E6FDA}" type="presParOf" srcId="{B56797DC-82A8-4EB6-BAC7-989BD36A2303}" destId="{F98F0371-DF33-4CEC-9E08-D2D6BCC1AEDF}" srcOrd="1" destOrd="0" presId="urn:microsoft.com/office/officeart/2005/8/layout/orgChart1"/>
    <dgm:cxn modelId="{C5D16D42-DB5B-41E0-8CFD-1DD380CA5564}" type="presParOf" srcId="{F98F0371-DF33-4CEC-9E08-D2D6BCC1AEDF}" destId="{FB6B21B9-0CFB-45FF-AA0E-CB58961F7013}" srcOrd="0" destOrd="0" presId="urn:microsoft.com/office/officeart/2005/8/layout/orgChart1"/>
    <dgm:cxn modelId="{EC04AAC9-7613-4BEB-A5C7-35B784C0AFDD}" type="presParOf" srcId="{FB6B21B9-0CFB-45FF-AA0E-CB58961F7013}" destId="{AE2DF685-3F67-4586-A0AD-FCD512B8E079}" srcOrd="0" destOrd="0" presId="urn:microsoft.com/office/officeart/2005/8/layout/orgChart1"/>
    <dgm:cxn modelId="{ECC6362B-534B-4251-9520-A863CACD88F2}" type="presParOf" srcId="{FB6B21B9-0CFB-45FF-AA0E-CB58961F7013}" destId="{15415589-929F-44CC-A072-02F90BEB941A}" srcOrd="1" destOrd="0" presId="urn:microsoft.com/office/officeart/2005/8/layout/orgChart1"/>
    <dgm:cxn modelId="{DD045A1F-7C4B-4410-9A42-4E94F2F8912D}" type="presParOf" srcId="{F98F0371-DF33-4CEC-9E08-D2D6BCC1AEDF}" destId="{121AB50F-05AF-43F9-B0D8-608E553DC981}" srcOrd="1" destOrd="0" presId="urn:microsoft.com/office/officeart/2005/8/layout/orgChart1"/>
    <dgm:cxn modelId="{27C3A69A-0641-4A6A-8FF0-EEF435FE04E3}" type="presParOf" srcId="{F98F0371-DF33-4CEC-9E08-D2D6BCC1AEDF}" destId="{2404D020-3B29-40AE-95A4-21D08BC79946}" srcOrd="2" destOrd="0" presId="urn:microsoft.com/office/officeart/2005/8/layout/orgChart1"/>
    <dgm:cxn modelId="{1CA8C12F-FB03-436D-8051-230706EBACFA}" type="presParOf" srcId="{E8B1C037-97D8-4611-8137-C4CD87735E90}" destId="{CF24AC17-544C-4C50-AEAC-CCECCB5206F5}" srcOrd="2" destOrd="0" presId="urn:microsoft.com/office/officeart/2005/8/layout/orgChart1"/>
    <dgm:cxn modelId="{98322653-792B-4219-8C14-6E4B93637136}" type="presParOf" srcId="{98D509E4-6A91-4920-9B09-5B77787B083F}" destId="{9994E9DB-9914-4AC4-AABF-CEB968414F50}" srcOrd="2" destOrd="0" presId="urn:microsoft.com/office/officeart/2005/8/layout/orgChart1"/>
    <dgm:cxn modelId="{4C2B0F7E-0A68-4DC4-A67A-66443328C0BB}" type="presParOf" srcId="{CA5B0C14-4DEF-466A-AA44-CE47487C79D1}" destId="{CB000F7B-E46A-44E1-B795-FE1D9059F90E}" srcOrd="2" destOrd="0" presId="urn:microsoft.com/office/officeart/2005/8/layout/orgChart1"/>
    <dgm:cxn modelId="{FB7E0574-5EDF-4D07-A278-C62F15E71A6A}" type="presParOf" srcId="{C1669816-7E22-4F05-8114-82079C66FD08}" destId="{7B81628F-6D36-4680-9EAB-A8F4E517BEF8}" srcOrd="2" destOrd="0" presId="urn:microsoft.com/office/officeart/2005/8/layout/orgChart1"/>
    <dgm:cxn modelId="{BE0331A0-A2A8-43D5-96DD-6D7FC360C660}" type="presParOf" srcId="{50EF3C7E-B2C4-43E3-A440-7562E7C3E20A}" destId="{2BFB08C8-11FF-42C9-BF8E-3C49F972C15F}" srcOrd="2" destOrd="0" presId="urn:microsoft.com/office/officeart/2005/8/layout/orgChart1"/>
    <dgm:cxn modelId="{7C7A2A33-BB35-41F5-9884-CC0CBF09A905}" type="presParOf" srcId="{E66BE506-E65A-4754-AA58-4F22D948CAFF}" destId="{DD4CB419-293C-4A5B-86D9-FCBE448D0F5A}" srcOrd="2" destOrd="0" presId="urn:microsoft.com/office/officeart/2005/8/layout/orgChart1"/>
    <dgm:cxn modelId="{5F01F60B-E0BD-4776-A489-336BA6E15139}" type="presParOf" srcId="{E28DA6C6-6A1E-4AFB-B827-C4F11B85FE68}" destId="{3E3B2F4E-DBCB-4AB0-BB96-ED45937CEF3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F03FD1-E6E1-4A89-ABD1-7D38D9730E0C}" type="doc">
      <dgm:prSet loTypeId="urn:microsoft.com/office/officeart/2005/8/layout/orgChart1" loCatId="hierarchy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C58C2DA-D299-431B-88D7-8B263F12237D}">
      <dgm:prSet phldrT="[Text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Encerramento</a:t>
          </a:r>
          <a:r>
            <a:rPr lang="en-US" b="1" dirty="0" smtClean="0"/>
            <a:t>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Amigável</a:t>
          </a:r>
          <a:endParaRPr lang="en-US" b="1" dirty="0"/>
        </a:p>
      </dgm:t>
    </dgm:pt>
    <dgm:pt modelId="{AFD82CC0-8F2B-4CB9-BC8D-91F02BC2FF60}" type="parTrans" cxnId="{A5407AB8-90AC-4636-A855-6D8096B6B98D}">
      <dgm:prSet/>
      <dgm:spPr/>
      <dgm:t>
        <a:bodyPr/>
        <a:lstStyle/>
        <a:p>
          <a:endParaRPr lang="en-US" b="1"/>
        </a:p>
      </dgm:t>
    </dgm:pt>
    <dgm:pt modelId="{AC1FB09B-51CF-4EA7-BF13-ED0D09BA094E}" type="sibTrans" cxnId="{A5407AB8-90AC-4636-A855-6D8096B6B98D}">
      <dgm:prSet/>
      <dgm:spPr/>
      <dgm:t>
        <a:bodyPr/>
        <a:lstStyle/>
        <a:p>
          <a:endParaRPr lang="en-US" b="1"/>
        </a:p>
      </dgm:t>
    </dgm:pt>
    <dgm:pt modelId="{18A8006F-1283-48E7-BCC0-8C2CFD3459C1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Sem</a:t>
          </a:r>
          <a:r>
            <a:rPr lang="en-US" b="1" dirty="0" smtClean="0"/>
            <a:t> </a:t>
          </a:r>
          <a:r>
            <a:rPr lang="en-US" b="1" dirty="0" err="1" smtClean="0"/>
            <a:t>Plantio</a:t>
          </a:r>
          <a:endParaRPr lang="en-US" b="1" dirty="0"/>
        </a:p>
      </dgm:t>
    </dgm:pt>
    <dgm:pt modelId="{020CB994-1A97-4425-B8A2-3D73A01306CF}" type="parTrans" cxnId="{BAE338C5-F374-4919-A2AE-5DFAF83E0D57}">
      <dgm:prSet/>
      <dgm:spPr/>
      <dgm:t>
        <a:bodyPr/>
        <a:lstStyle/>
        <a:p>
          <a:endParaRPr lang="en-US" b="1"/>
        </a:p>
      </dgm:t>
    </dgm:pt>
    <dgm:pt modelId="{60D3D7FA-8565-4C30-86DA-2E79F2E9DB98}" type="sibTrans" cxnId="{BAE338C5-F374-4919-A2AE-5DFAF83E0D57}">
      <dgm:prSet/>
      <dgm:spPr/>
      <dgm:t>
        <a:bodyPr/>
        <a:lstStyle/>
        <a:p>
          <a:endParaRPr lang="en-US" b="1"/>
        </a:p>
      </dgm:t>
    </dgm:pt>
    <dgm:pt modelId="{565AB665-4A43-46D5-80C5-80D6DF7FF44D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Plantio</a:t>
          </a:r>
          <a:r>
            <a:rPr lang="en-US" b="1" dirty="0" smtClean="0"/>
            <a:t> Integral</a:t>
          </a:r>
          <a:endParaRPr lang="en-US" b="1" dirty="0"/>
        </a:p>
      </dgm:t>
    </dgm:pt>
    <dgm:pt modelId="{A96F5A7C-9E11-4CF3-9A27-EF898775CBE4}" type="parTrans" cxnId="{22FB1343-ABC5-4AE2-B6E3-F2EE66027002}">
      <dgm:prSet/>
      <dgm:spPr/>
      <dgm:t>
        <a:bodyPr/>
        <a:lstStyle/>
        <a:p>
          <a:endParaRPr lang="en-US" b="1"/>
        </a:p>
      </dgm:t>
    </dgm:pt>
    <dgm:pt modelId="{DA9B94DB-9E01-493C-9882-BF739EE5F982}" type="sibTrans" cxnId="{22FB1343-ABC5-4AE2-B6E3-F2EE66027002}">
      <dgm:prSet/>
      <dgm:spPr/>
      <dgm:t>
        <a:bodyPr/>
        <a:lstStyle/>
        <a:p>
          <a:endParaRPr lang="en-US" b="1"/>
        </a:p>
      </dgm:t>
    </dgm:pt>
    <dgm:pt modelId="{AEB4ECB5-655E-462F-84B6-4533DAD88309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Ação</a:t>
          </a:r>
          <a:r>
            <a:rPr lang="en-US" b="1" dirty="0" smtClean="0"/>
            <a:t> judicial </a:t>
          </a:r>
          <a:r>
            <a:rPr lang="en-US" b="1" dirty="0" err="1" smtClean="0"/>
            <a:t>para</a:t>
          </a:r>
          <a:r>
            <a:rPr lang="en-US" b="1" dirty="0" smtClean="0"/>
            <a:t> </a:t>
          </a:r>
          <a:r>
            <a:rPr lang="en-US" b="1" dirty="0" err="1" smtClean="0"/>
            <a:t>retomada</a:t>
          </a:r>
          <a:r>
            <a:rPr lang="en-US" b="1" dirty="0" smtClean="0"/>
            <a:t> do material</a:t>
          </a:r>
          <a:endParaRPr lang="en-US" b="1" dirty="0"/>
        </a:p>
      </dgm:t>
    </dgm:pt>
    <dgm:pt modelId="{41F070B9-C134-4CF3-BF4C-3DF35F2E26D1}" type="parTrans" cxnId="{891D0413-4894-4F02-85B2-21B3C134CA9C}">
      <dgm:prSet/>
      <dgm:spPr/>
      <dgm:t>
        <a:bodyPr/>
        <a:lstStyle/>
        <a:p>
          <a:endParaRPr lang="en-US" b="1"/>
        </a:p>
      </dgm:t>
    </dgm:pt>
    <dgm:pt modelId="{F282FC86-6C54-46D3-9CF3-5ED3769884D1}" type="sibTrans" cxnId="{891D0413-4894-4F02-85B2-21B3C134CA9C}">
      <dgm:prSet/>
      <dgm:spPr/>
      <dgm:t>
        <a:bodyPr/>
        <a:lstStyle/>
        <a:p>
          <a:endParaRPr lang="en-US" b="1"/>
        </a:p>
      </dgm:t>
    </dgm:pt>
    <dgm:pt modelId="{B258EA49-8C58-4D5B-8885-371042CADB7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Parte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Plantada</a:t>
          </a:r>
          <a:endParaRPr lang="en-US" b="1" dirty="0"/>
        </a:p>
      </dgm:t>
    </dgm:pt>
    <dgm:pt modelId="{7988986B-96C6-4B88-A35B-5CA46790F801}" type="parTrans" cxnId="{DCFB3580-A0D5-4C4B-A387-99E1C8D04512}">
      <dgm:prSet/>
      <dgm:spPr/>
      <dgm:t>
        <a:bodyPr/>
        <a:lstStyle/>
        <a:p>
          <a:endParaRPr lang="en-US" b="1"/>
        </a:p>
      </dgm:t>
    </dgm:pt>
    <dgm:pt modelId="{698E5F13-B40C-4BEB-9740-EB6D83201827}" type="sibTrans" cxnId="{DCFB3580-A0D5-4C4B-A387-99E1C8D04512}">
      <dgm:prSet/>
      <dgm:spPr/>
      <dgm:t>
        <a:bodyPr/>
        <a:lstStyle/>
        <a:p>
          <a:endParaRPr lang="en-US" b="1"/>
        </a:p>
      </dgm:t>
    </dgm:pt>
    <dgm:pt modelId="{008D656D-BD21-4802-A752-89E135AB9848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Parte </a:t>
          </a:r>
          <a:r>
            <a:rPr lang="en-US" b="1" dirty="0" err="1" smtClean="0"/>
            <a:t>Plantada</a:t>
          </a:r>
          <a:endParaRPr lang="en-US" b="1" dirty="0"/>
        </a:p>
      </dgm:t>
    </dgm:pt>
    <dgm:pt modelId="{B44469C6-286B-43F5-9B0D-BBBD1AD3BFB8}" type="parTrans" cxnId="{E27C238B-964C-40D6-8205-EDFA13AE1B25}">
      <dgm:prSet/>
      <dgm:spPr/>
      <dgm:t>
        <a:bodyPr/>
        <a:lstStyle/>
        <a:p>
          <a:endParaRPr lang="en-US" b="1"/>
        </a:p>
      </dgm:t>
    </dgm:pt>
    <dgm:pt modelId="{F4BC746A-BE24-4534-A9CD-BAD95160CE4C}" type="sibTrans" cxnId="{E27C238B-964C-40D6-8205-EDFA13AE1B25}">
      <dgm:prSet/>
      <dgm:spPr/>
      <dgm:t>
        <a:bodyPr/>
        <a:lstStyle/>
        <a:p>
          <a:endParaRPr lang="en-US" b="1"/>
        </a:p>
      </dgm:t>
    </dgm:pt>
    <dgm:pt modelId="{DB772B07-5225-4B7F-972B-96EC531E9F2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Check list de </a:t>
          </a:r>
          <a:r>
            <a:rPr lang="en-US" b="1" dirty="0" err="1" smtClean="0"/>
            <a:t>encerramento</a:t>
          </a:r>
          <a:r>
            <a:rPr lang="en-US" b="1" dirty="0" smtClean="0"/>
            <a:t> </a:t>
          </a:r>
          <a:r>
            <a:rPr lang="en-US" b="1" dirty="0" err="1" smtClean="0"/>
            <a:t>contratual</a:t>
          </a:r>
          <a:endParaRPr lang="en-US" b="1" dirty="0"/>
        </a:p>
      </dgm:t>
    </dgm:pt>
    <dgm:pt modelId="{9C46C170-DA96-4F15-9236-E2A830AF5AD8}" type="parTrans" cxnId="{3EE2BE85-1E95-457A-854F-01396630A56B}">
      <dgm:prSet/>
      <dgm:spPr/>
      <dgm:t>
        <a:bodyPr/>
        <a:lstStyle/>
        <a:p>
          <a:endParaRPr lang="en-US"/>
        </a:p>
      </dgm:t>
    </dgm:pt>
    <dgm:pt modelId="{F5E2777C-340B-41FE-A09E-4129CDBAB6F3}" type="sibTrans" cxnId="{3EE2BE85-1E95-457A-854F-01396630A56B}">
      <dgm:prSet/>
      <dgm:spPr/>
      <dgm:t>
        <a:bodyPr/>
        <a:lstStyle/>
        <a:p>
          <a:endParaRPr lang="en-US"/>
        </a:p>
      </dgm:t>
    </dgm:pt>
    <dgm:pt modelId="{43F818D2-C720-47D5-8AC5-8407E671AA45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Distrato</a:t>
          </a:r>
          <a:endParaRPr lang="en-US" b="1" dirty="0"/>
        </a:p>
      </dgm:t>
    </dgm:pt>
    <dgm:pt modelId="{C44F934C-02A7-49D5-B6AC-AD914EC277CF}" type="parTrans" cxnId="{91E16EE3-3295-465E-BF53-26A4517D2EB8}">
      <dgm:prSet/>
      <dgm:spPr/>
      <dgm:t>
        <a:bodyPr/>
        <a:lstStyle/>
        <a:p>
          <a:endParaRPr lang="en-US"/>
        </a:p>
      </dgm:t>
    </dgm:pt>
    <dgm:pt modelId="{E94883FF-C419-46E4-BD54-209C6101221D}" type="sibTrans" cxnId="{91E16EE3-3295-465E-BF53-26A4517D2EB8}">
      <dgm:prSet/>
      <dgm:spPr/>
      <dgm:t>
        <a:bodyPr/>
        <a:lstStyle/>
        <a:p>
          <a:endParaRPr lang="en-US"/>
        </a:p>
      </dgm:t>
    </dgm:pt>
    <dgm:pt modelId="{3230E3DA-08F4-47C6-8C65-A7C51778DC25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Judicial</a:t>
          </a:r>
          <a:endParaRPr lang="en-US" b="1" dirty="0"/>
        </a:p>
      </dgm:t>
    </dgm:pt>
    <dgm:pt modelId="{B405BE9D-D461-4E4A-B679-F117BB8F898C}" type="parTrans" cxnId="{2BE93409-7DDF-4A25-B526-234BE4E2F3EA}">
      <dgm:prSet/>
      <dgm:spPr/>
      <dgm:t>
        <a:bodyPr/>
        <a:lstStyle/>
        <a:p>
          <a:endParaRPr lang="en-US"/>
        </a:p>
      </dgm:t>
    </dgm:pt>
    <dgm:pt modelId="{743F368D-07D9-43D3-B7AC-0FB32822F66E}" type="sibTrans" cxnId="{2BE93409-7DDF-4A25-B526-234BE4E2F3EA}">
      <dgm:prSet/>
      <dgm:spPr/>
      <dgm:t>
        <a:bodyPr/>
        <a:lstStyle/>
        <a:p>
          <a:endParaRPr lang="en-US"/>
        </a:p>
      </dgm:t>
    </dgm:pt>
    <dgm:pt modelId="{554E0C25-B8DC-416B-93FB-FAA8F87B8D6B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smtClean="0"/>
            <a:t>Monsanto </a:t>
          </a:r>
          <a:r>
            <a:rPr lang="en-US" b="1" dirty="0" err="1" smtClean="0"/>
            <a:t>Autora</a:t>
          </a:r>
          <a:endParaRPr lang="en-US" b="1" dirty="0"/>
        </a:p>
      </dgm:t>
    </dgm:pt>
    <dgm:pt modelId="{3482368F-4BAB-41D5-8239-6E1DC5A08EE3}" type="parTrans" cxnId="{23FCFC65-8E8C-4540-B8F7-EA5866745A8F}">
      <dgm:prSet/>
      <dgm:spPr/>
      <dgm:t>
        <a:bodyPr/>
        <a:lstStyle/>
        <a:p>
          <a:endParaRPr lang="en-US"/>
        </a:p>
      </dgm:t>
    </dgm:pt>
    <dgm:pt modelId="{029DC1E6-72E4-45AC-8A55-1AC3DA4C083B}" type="sibTrans" cxnId="{23FCFC65-8E8C-4540-B8F7-EA5866745A8F}">
      <dgm:prSet/>
      <dgm:spPr/>
      <dgm:t>
        <a:bodyPr/>
        <a:lstStyle/>
        <a:p>
          <a:endParaRPr lang="en-US"/>
        </a:p>
      </dgm:t>
    </dgm:pt>
    <dgm:pt modelId="{4C1BD35B-8D7E-4B73-BC91-A883FF277100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smtClean="0"/>
            <a:t>Monsanto </a:t>
          </a:r>
          <a:r>
            <a:rPr lang="en-US" b="1" dirty="0" err="1" smtClean="0"/>
            <a:t>Ré</a:t>
          </a:r>
          <a:endParaRPr lang="en-US" b="1" dirty="0"/>
        </a:p>
      </dgm:t>
    </dgm:pt>
    <dgm:pt modelId="{05451A83-7CCB-44EB-B120-FDFC5BC3CDBF}" type="parTrans" cxnId="{3EA6BC83-E07B-4E80-B24C-2356917A7D53}">
      <dgm:prSet/>
      <dgm:spPr/>
      <dgm:t>
        <a:bodyPr/>
        <a:lstStyle/>
        <a:p>
          <a:endParaRPr lang="en-US"/>
        </a:p>
      </dgm:t>
    </dgm:pt>
    <dgm:pt modelId="{9A4AC9CD-5A5F-46A0-8D6A-5A672A26605C}" type="sibTrans" cxnId="{3EA6BC83-E07B-4E80-B24C-2356917A7D53}">
      <dgm:prSet/>
      <dgm:spPr/>
      <dgm:t>
        <a:bodyPr/>
        <a:lstStyle/>
        <a:p>
          <a:endParaRPr lang="en-US"/>
        </a:p>
      </dgm:t>
    </dgm:pt>
    <dgm:pt modelId="{15C33F5D-EAC7-4D84-88E8-1480DB7982E8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Notificação</a:t>
          </a:r>
          <a:r>
            <a:rPr lang="en-US" b="1" dirty="0" smtClean="0"/>
            <a:t> extrajudicial (Monsanto/</a:t>
          </a:r>
          <a:r>
            <a:rPr lang="en-US" b="1" dirty="0" err="1" smtClean="0"/>
            <a:t>Cooperante</a:t>
          </a:r>
          <a:r>
            <a:rPr lang="en-US" b="1" dirty="0" smtClean="0"/>
            <a:t>)</a:t>
          </a:r>
          <a:endParaRPr lang="en-US" b="1" dirty="0"/>
        </a:p>
      </dgm:t>
    </dgm:pt>
    <dgm:pt modelId="{26122F6D-2839-4353-956E-557F27095D8E}" type="parTrans" cxnId="{501F8EB6-FD7B-4653-98D9-98223E65B507}">
      <dgm:prSet/>
      <dgm:spPr/>
      <dgm:t>
        <a:bodyPr/>
        <a:lstStyle/>
        <a:p>
          <a:endParaRPr lang="en-US"/>
        </a:p>
      </dgm:t>
    </dgm:pt>
    <dgm:pt modelId="{7183586A-CC33-464E-A195-B1D51A495E05}" type="sibTrans" cxnId="{501F8EB6-FD7B-4653-98D9-98223E65B507}">
      <dgm:prSet/>
      <dgm:spPr/>
      <dgm:t>
        <a:bodyPr/>
        <a:lstStyle/>
        <a:p>
          <a:endParaRPr lang="en-US"/>
        </a:p>
      </dgm:t>
    </dgm:pt>
    <dgm:pt modelId="{44D0B21D-AFCF-4322-90A3-E92B0B157031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Com </a:t>
          </a:r>
          <a:r>
            <a:rPr lang="en-US" b="1" dirty="0" err="1" smtClean="0"/>
            <a:t>Plantio</a:t>
          </a:r>
          <a:endParaRPr lang="en-US" b="1" dirty="0"/>
        </a:p>
      </dgm:t>
    </dgm:pt>
    <dgm:pt modelId="{F25C02F8-08EC-4B3E-A25D-1B625EB3D202}" type="sibTrans" cxnId="{53C8207D-AC1C-419C-933F-C3F02A96A51A}">
      <dgm:prSet/>
      <dgm:spPr/>
      <dgm:t>
        <a:bodyPr/>
        <a:lstStyle/>
        <a:p>
          <a:endParaRPr lang="en-US"/>
        </a:p>
      </dgm:t>
    </dgm:pt>
    <dgm:pt modelId="{538FDB4A-8897-45D4-95DE-E168BE7A2262}" type="parTrans" cxnId="{53C8207D-AC1C-419C-933F-C3F02A96A51A}">
      <dgm:prSet/>
      <dgm:spPr/>
      <dgm:t>
        <a:bodyPr/>
        <a:lstStyle/>
        <a:p>
          <a:endParaRPr lang="en-US"/>
        </a:p>
      </dgm:t>
    </dgm:pt>
    <dgm:pt modelId="{B18CE8E8-6EA4-4B00-96A0-6533AABCB1A9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Denúncia</a:t>
          </a:r>
          <a:r>
            <a:rPr lang="en-US" b="1" dirty="0" smtClean="0"/>
            <a:t> Unilateral (Monsanto/</a:t>
          </a:r>
          <a:r>
            <a:rPr lang="en-US" b="1" dirty="0" err="1" smtClean="0"/>
            <a:t>Cooperante</a:t>
          </a:r>
          <a:r>
            <a:rPr lang="en-US" b="1" dirty="0" smtClean="0"/>
            <a:t>)</a:t>
          </a:r>
          <a:endParaRPr lang="en-US" b="1" dirty="0"/>
        </a:p>
      </dgm:t>
    </dgm:pt>
    <dgm:pt modelId="{BA430A5A-CA2E-4FAA-BA1B-097C4A7ED484}" type="parTrans" cxnId="{E7595CC3-B34C-4E27-9014-E1CB760EE15E}">
      <dgm:prSet/>
      <dgm:spPr/>
      <dgm:t>
        <a:bodyPr/>
        <a:lstStyle/>
        <a:p>
          <a:endParaRPr lang="en-US"/>
        </a:p>
      </dgm:t>
    </dgm:pt>
    <dgm:pt modelId="{C115F961-7635-41C6-ABF4-EE3BDCCBDB33}" type="sibTrans" cxnId="{E7595CC3-B34C-4E27-9014-E1CB760EE15E}">
      <dgm:prSet/>
      <dgm:spPr/>
      <dgm:t>
        <a:bodyPr/>
        <a:lstStyle/>
        <a:p>
          <a:endParaRPr lang="en-US"/>
        </a:p>
      </dgm:t>
    </dgm:pt>
    <dgm:pt modelId="{44CA43C6-1EC9-4359-8731-FE95B0F1FD94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Seguir</a:t>
          </a:r>
          <a:r>
            <a:rPr lang="en-US" b="1" dirty="0" smtClean="0"/>
            <a:t> </a:t>
          </a:r>
          <a:r>
            <a:rPr lang="en-US" b="1" dirty="0" err="1" smtClean="0"/>
            <a:t>mapa</a:t>
          </a:r>
          <a:r>
            <a:rPr lang="en-US" b="1" dirty="0" smtClean="0"/>
            <a:t> de </a:t>
          </a:r>
          <a:r>
            <a:rPr lang="en-US" b="1" dirty="0" err="1" smtClean="0"/>
            <a:t>encerramento</a:t>
          </a:r>
          <a:r>
            <a:rPr lang="en-US" b="1" dirty="0" smtClean="0"/>
            <a:t> </a:t>
          </a:r>
          <a:r>
            <a:rPr lang="en-US" b="1" dirty="0" err="1" smtClean="0"/>
            <a:t>contratual</a:t>
          </a:r>
          <a:r>
            <a:rPr lang="en-US" b="1" dirty="0" smtClean="0"/>
            <a:t> </a:t>
          </a:r>
          <a:r>
            <a:rPr lang="en-US" b="1" dirty="0" err="1" smtClean="0"/>
            <a:t>amigável</a:t>
          </a:r>
          <a:endParaRPr lang="en-US" b="1" dirty="0"/>
        </a:p>
      </dgm:t>
    </dgm:pt>
    <dgm:pt modelId="{156D1E87-D4BB-4CF4-A242-3B3293234FF9}" type="parTrans" cxnId="{6572C810-9533-4AC9-A13C-D86CA1C49B3D}">
      <dgm:prSet/>
      <dgm:spPr/>
      <dgm:t>
        <a:bodyPr/>
        <a:lstStyle/>
        <a:p>
          <a:endParaRPr lang="en-US"/>
        </a:p>
      </dgm:t>
    </dgm:pt>
    <dgm:pt modelId="{D625899E-3B98-45D1-B832-9520DE2D2E59}" type="sibTrans" cxnId="{6572C810-9533-4AC9-A13C-D86CA1C49B3D}">
      <dgm:prSet/>
      <dgm:spPr/>
      <dgm:t>
        <a:bodyPr/>
        <a:lstStyle/>
        <a:p>
          <a:endParaRPr lang="en-US"/>
        </a:p>
      </dgm:t>
    </dgm:pt>
    <dgm:pt modelId="{614701B0-4C77-4A33-A671-86643D5A21D8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Plantio</a:t>
          </a:r>
          <a:r>
            <a:rPr lang="en-US" b="1" dirty="0" smtClean="0"/>
            <a:t> </a:t>
          </a:r>
          <a:r>
            <a:rPr lang="en-US" b="1" dirty="0" err="1" smtClean="0"/>
            <a:t>Parcial</a:t>
          </a:r>
          <a:endParaRPr lang="en-US" b="1" dirty="0"/>
        </a:p>
      </dgm:t>
    </dgm:pt>
    <dgm:pt modelId="{3B6EF39F-E200-4E33-9A6A-D3641DD56176}" type="sibTrans" cxnId="{0C9A3675-43D3-4BB4-91A5-B12254735230}">
      <dgm:prSet/>
      <dgm:spPr/>
      <dgm:t>
        <a:bodyPr/>
        <a:lstStyle/>
        <a:p>
          <a:endParaRPr lang="en-US" b="1"/>
        </a:p>
      </dgm:t>
    </dgm:pt>
    <dgm:pt modelId="{873097C8-2F4B-4E24-BA2C-33349C0BE80C}" type="parTrans" cxnId="{0C9A3675-43D3-4BB4-91A5-B12254735230}">
      <dgm:prSet/>
      <dgm:spPr/>
      <dgm:t>
        <a:bodyPr/>
        <a:lstStyle/>
        <a:p>
          <a:endParaRPr lang="en-US" b="1"/>
        </a:p>
      </dgm:t>
    </dgm:pt>
    <dgm:pt modelId="{53F1671C-97C4-41CC-8C46-B23250A488F5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Cooperante</a:t>
          </a:r>
          <a:r>
            <a:rPr lang="en-US" b="1" dirty="0" smtClean="0"/>
            <a:t> </a:t>
          </a:r>
          <a:r>
            <a:rPr lang="en-US" b="1" dirty="0" err="1" smtClean="0"/>
            <a:t>Descarta</a:t>
          </a:r>
          <a:r>
            <a:rPr lang="en-US" b="1" dirty="0" smtClean="0"/>
            <a:t> (</a:t>
          </a:r>
          <a:r>
            <a:rPr lang="en-US" b="1" dirty="0" err="1" smtClean="0"/>
            <a:t>formas</a:t>
          </a:r>
          <a:r>
            <a:rPr lang="en-US" b="1" dirty="0" smtClean="0"/>
            <a:t> </a:t>
          </a:r>
          <a:r>
            <a:rPr lang="en-US" b="1" dirty="0" err="1" smtClean="0"/>
            <a:t>admitidas</a:t>
          </a:r>
          <a:r>
            <a:rPr lang="en-US" b="1" dirty="0" smtClean="0"/>
            <a:t> </a:t>
          </a:r>
          <a:r>
            <a:rPr lang="en-US" b="1" dirty="0" err="1" smtClean="0"/>
            <a:t>na</a:t>
          </a:r>
          <a:r>
            <a:rPr lang="en-US" b="1" dirty="0" smtClean="0"/>
            <a:t> Monsanto)</a:t>
          </a:r>
          <a:endParaRPr lang="en-US" b="1" dirty="0"/>
        </a:p>
      </dgm:t>
    </dgm:pt>
    <dgm:pt modelId="{35F33032-C4A7-4CB7-BC09-D64CA74CB899}" type="parTrans" cxnId="{8E241395-8891-4B03-981A-42491A1B8510}">
      <dgm:prSet/>
      <dgm:spPr/>
      <dgm:t>
        <a:bodyPr/>
        <a:lstStyle/>
        <a:p>
          <a:endParaRPr lang="en-US"/>
        </a:p>
      </dgm:t>
    </dgm:pt>
    <dgm:pt modelId="{31D64323-47BF-4ED9-A86A-51C67F377EE2}" type="sibTrans" cxnId="{8E241395-8891-4B03-981A-42491A1B8510}">
      <dgm:prSet/>
      <dgm:spPr/>
      <dgm:t>
        <a:bodyPr/>
        <a:lstStyle/>
        <a:p>
          <a:endParaRPr lang="en-US"/>
        </a:p>
      </dgm:t>
    </dgm:pt>
    <dgm:pt modelId="{65085E1C-9E70-4C8F-AB97-357D5BE733F4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67231EB7-F86E-4C12-801A-F4E164D03C3B}" type="parTrans" cxnId="{A564C959-5DE1-4E99-803A-40AF50ADAE8E}">
      <dgm:prSet/>
      <dgm:spPr/>
      <dgm:t>
        <a:bodyPr/>
        <a:lstStyle/>
        <a:p>
          <a:endParaRPr lang="en-US"/>
        </a:p>
      </dgm:t>
    </dgm:pt>
    <dgm:pt modelId="{C2B46A32-AA0C-4397-A56B-A86FDB9E879E}" type="sibTrans" cxnId="{A564C959-5DE1-4E99-803A-40AF50ADAE8E}">
      <dgm:prSet/>
      <dgm:spPr/>
      <dgm:t>
        <a:bodyPr/>
        <a:lstStyle/>
        <a:p>
          <a:endParaRPr lang="en-US"/>
        </a:p>
      </dgm:t>
    </dgm:pt>
    <dgm:pt modelId="{7212FA2C-F776-4CE1-9FEF-E579C9E8BDBD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10C24615-16E9-4472-8330-0E56F0608890}" type="parTrans" cxnId="{3186512B-C1D2-42F1-8BF4-3734F85D7A0D}">
      <dgm:prSet/>
      <dgm:spPr/>
      <dgm:t>
        <a:bodyPr/>
        <a:lstStyle/>
        <a:p>
          <a:endParaRPr lang="en-US"/>
        </a:p>
      </dgm:t>
    </dgm:pt>
    <dgm:pt modelId="{75F230A8-7069-406A-B262-028DA99B781F}" type="sibTrans" cxnId="{3186512B-C1D2-42F1-8BF4-3734F85D7A0D}">
      <dgm:prSet/>
      <dgm:spPr/>
      <dgm:t>
        <a:bodyPr/>
        <a:lstStyle/>
        <a:p>
          <a:endParaRPr lang="en-US"/>
        </a:p>
      </dgm:t>
    </dgm:pt>
    <dgm:pt modelId="{823E6356-90B5-4FF7-9EC3-DA40F3BF0835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Acão</a:t>
          </a:r>
          <a:r>
            <a:rPr lang="en-US" b="1" dirty="0" smtClean="0"/>
            <a:t> judicial </a:t>
          </a:r>
          <a:r>
            <a:rPr lang="en-US" b="1" dirty="0" err="1" smtClean="0"/>
            <a:t>para</a:t>
          </a:r>
          <a:r>
            <a:rPr lang="en-US" b="1" dirty="0" smtClean="0"/>
            <a:t> </a:t>
          </a:r>
          <a:r>
            <a:rPr lang="en-US" b="1" dirty="0" err="1" smtClean="0"/>
            <a:t>retomada</a:t>
          </a:r>
          <a:r>
            <a:rPr lang="en-US" b="1" dirty="0" smtClean="0"/>
            <a:t> do material</a:t>
          </a:r>
          <a:endParaRPr lang="en-US" b="1" dirty="0"/>
        </a:p>
      </dgm:t>
    </dgm:pt>
    <dgm:pt modelId="{226188D8-AC8C-4DF0-8B18-D9E5EDBE85E1}" type="parTrans" cxnId="{A378B87E-861A-4AF7-8C7C-240193A45F63}">
      <dgm:prSet/>
      <dgm:spPr/>
      <dgm:t>
        <a:bodyPr/>
        <a:lstStyle/>
        <a:p>
          <a:endParaRPr lang="en-US"/>
        </a:p>
      </dgm:t>
    </dgm:pt>
    <dgm:pt modelId="{CC67F7DB-84BD-430F-9C2B-3BD57DD675CE}" type="sibTrans" cxnId="{A378B87E-861A-4AF7-8C7C-240193A45F63}">
      <dgm:prSet/>
      <dgm:spPr/>
      <dgm:t>
        <a:bodyPr/>
        <a:lstStyle/>
        <a:p>
          <a:endParaRPr lang="en-US"/>
        </a:p>
      </dgm:t>
    </dgm:pt>
    <dgm:pt modelId="{93C38752-439D-42DD-B1A3-64A3D1B7B712}">
      <dgm:prSet phldrT="[Text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smtClean="0"/>
            <a:t>Monsanto </a:t>
          </a:r>
          <a:r>
            <a:rPr lang="en-US" b="1" dirty="0" err="1" smtClean="0"/>
            <a:t>precisa</a:t>
          </a:r>
          <a:r>
            <a:rPr lang="en-US" b="1" dirty="0" smtClean="0"/>
            <a:t> </a:t>
          </a:r>
          <a:r>
            <a:rPr lang="en-US" b="1" dirty="0" err="1" smtClean="0"/>
            <a:t>validar</a:t>
          </a:r>
          <a:r>
            <a:rPr lang="en-US" b="1" dirty="0" smtClean="0"/>
            <a:t> </a:t>
          </a:r>
          <a:r>
            <a:rPr lang="en-US" b="1" dirty="0" err="1" smtClean="0"/>
            <a:t>descarte</a:t>
          </a:r>
          <a:endParaRPr lang="en-US" b="1" dirty="0"/>
        </a:p>
      </dgm:t>
    </dgm:pt>
    <dgm:pt modelId="{12433B17-1EDF-4C26-A27D-37A7921F1300}" type="parTrans" cxnId="{34AA6812-1200-4110-ACAC-F25C826E68FB}">
      <dgm:prSet/>
      <dgm:spPr/>
      <dgm:t>
        <a:bodyPr/>
        <a:lstStyle/>
        <a:p>
          <a:endParaRPr lang="en-US"/>
        </a:p>
      </dgm:t>
    </dgm:pt>
    <dgm:pt modelId="{441D819C-F5D6-4F1F-8EE0-EC65E6D19F45}" type="sibTrans" cxnId="{34AA6812-1200-4110-ACAC-F25C826E68FB}">
      <dgm:prSet/>
      <dgm:spPr/>
      <dgm:t>
        <a:bodyPr/>
        <a:lstStyle/>
        <a:p>
          <a:endParaRPr lang="en-US"/>
        </a:p>
      </dgm:t>
    </dgm:pt>
    <dgm:pt modelId="{91FB4710-29E5-4060-8A2D-BC6C2DEFE43D}">
      <dgm:prSet phldrT="[Text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smtClean="0"/>
            <a:t>Monsanto </a:t>
          </a:r>
          <a:r>
            <a:rPr lang="en-US" b="1" dirty="0" err="1" smtClean="0"/>
            <a:t>precisa</a:t>
          </a:r>
          <a:r>
            <a:rPr lang="en-US" b="1" dirty="0" smtClean="0"/>
            <a:t> </a:t>
          </a:r>
          <a:r>
            <a:rPr lang="en-US" b="1" dirty="0" err="1" smtClean="0"/>
            <a:t>validar</a:t>
          </a:r>
          <a:r>
            <a:rPr lang="en-US" b="1" dirty="0" smtClean="0"/>
            <a:t> </a:t>
          </a:r>
          <a:r>
            <a:rPr lang="en-US" b="1" dirty="0" err="1" smtClean="0"/>
            <a:t>descarte</a:t>
          </a:r>
          <a:endParaRPr lang="en-US" b="1" dirty="0"/>
        </a:p>
      </dgm:t>
    </dgm:pt>
    <dgm:pt modelId="{F70D94D7-ACB4-472F-B947-921E759EF4E3}" type="parTrans" cxnId="{4AFDA063-5B7E-4824-9714-C8F02650601D}">
      <dgm:prSet/>
      <dgm:spPr/>
      <dgm:t>
        <a:bodyPr/>
        <a:lstStyle/>
        <a:p>
          <a:endParaRPr lang="en-US"/>
        </a:p>
      </dgm:t>
    </dgm:pt>
    <dgm:pt modelId="{60CBA8C3-2C73-4F4A-B502-78332AF338D5}" type="sibTrans" cxnId="{4AFDA063-5B7E-4824-9714-C8F02650601D}">
      <dgm:prSet/>
      <dgm:spPr/>
      <dgm:t>
        <a:bodyPr/>
        <a:lstStyle/>
        <a:p>
          <a:endParaRPr lang="en-US"/>
        </a:p>
      </dgm:t>
    </dgm:pt>
    <dgm:pt modelId="{55A210C0-A6C8-41EB-A915-88BEE247AE5A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Cooperante</a:t>
          </a:r>
          <a:r>
            <a:rPr lang="en-US" b="1" dirty="0" smtClean="0"/>
            <a:t>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Descarta</a:t>
          </a:r>
          <a:endParaRPr lang="en-US" b="1" dirty="0"/>
        </a:p>
      </dgm:t>
    </dgm:pt>
    <dgm:pt modelId="{4B21AF66-EC61-44F1-9B3A-D49825E37853}" type="parTrans" cxnId="{5A1268D9-1768-4FB5-9CE4-4EB4C01516FC}">
      <dgm:prSet/>
      <dgm:spPr/>
      <dgm:t>
        <a:bodyPr/>
        <a:lstStyle/>
        <a:p>
          <a:endParaRPr lang="en-US"/>
        </a:p>
      </dgm:t>
    </dgm:pt>
    <dgm:pt modelId="{AF04E8FB-F622-4CB7-AB6E-0AA2F414C5AB}" type="sibTrans" cxnId="{5A1268D9-1768-4FB5-9CE4-4EB4C01516FC}">
      <dgm:prSet/>
      <dgm:spPr/>
      <dgm:t>
        <a:bodyPr/>
        <a:lstStyle/>
        <a:p>
          <a:endParaRPr lang="en-US"/>
        </a:p>
      </dgm:t>
    </dgm:pt>
    <dgm:pt modelId="{AD338763-D230-4129-B5D1-8F0649B7D3E8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Ação</a:t>
          </a:r>
          <a:r>
            <a:rPr lang="en-US" b="1" dirty="0" smtClean="0"/>
            <a:t> judicial </a:t>
          </a:r>
          <a:r>
            <a:rPr lang="en-US" b="1" dirty="0" err="1" smtClean="0"/>
            <a:t>para</a:t>
          </a:r>
          <a:r>
            <a:rPr lang="en-US" b="1" dirty="0" smtClean="0"/>
            <a:t> </a:t>
          </a:r>
          <a:r>
            <a:rPr lang="en-US" b="1" dirty="0" err="1" smtClean="0"/>
            <a:t>impedir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r>
            <a:rPr lang="en-US" b="1" dirty="0" smtClean="0"/>
            <a:t> de </a:t>
          </a:r>
          <a:r>
            <a:rPr lang="en-US" b="1" dirty="0" err="1" smtClean="0"/>
            <a:t>ficar</a:t>
          </a:r>
          <a:r>
            <a:rPr lang="en-US" b="1" dirty="0" smtClean="0"/>
            <a:t> com o material</a:t>
          </a:r>
          <a:endParaRPr lang="en-US" b="1" dirty="0"/>
        </a:p>
      </dgm:t>
    </dgm:pt>
    <dgm:pt modelId="{59B6929A-2BF2-41B8-92E0-BD0C387DAA53}" type="parTrans" cxnId="{947C5C5C-9106-4D7D-9FE5-DB5F2B709DA2}">
      <dgm:prSet/>
      <dgm:spPr/>
      <dgm:t>
        <a:bodyPr/>
        <a:lstStyle/>
        <a:p>
          <a:endParaRPr lang="en-US"/>
        </a:p>
      </dgm:t>
    </dgm:pt>
    <dgm:pt modelId="{05EE9927-4547-4750-BBF5-F3EF247855B3}" type="sibTrans" cxnId="{947C5C5C-9106-4D7D-9FE5-DB5F2B709DA2}">
      <dgm:prSet/>
      <dgm:spPr/>
      <dgm:t>
        <a:bodyPr/>
        <a:lstStyle/>
        <a:p>
          <a:endParaRPr lang="en-US"/>
        </a:p>
      </dgm:t>
    </dgm:pt>
    <dgm:pt modelId="{3EB2B4EB-3040-4367-8A1A-BA63B398862C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Cooperante</a:t>
          </a:r>
          <a:r>
            <a:rPr lang="en-US" b="1" dirty="0" smtClean="0"/>
            <a:t> </a:t>
          </a:r>
          <a:r>
            <a:rPr lang="en-US" b="1" dirty="0" err="1" smtClean="0"/>
            <a:t>Vende</a:t>
          </a:r>
          <a:r>
            <a:rPr lang="en-US" b="1" dirty="0" smtClean="0"/>
            <a:t> </a:t>
          </a:r>
          <a:r>
            <a:rPr lang="en-US" b="1" dirty="0" err="1" smtClean="0"/>
            <a:t>para</a:t>
          </a:r>
          <a:r>
            <a:rPr lang="en-US" b="1" dirty="0" smtClean="0"/>
            <a:t> Monsanto</a:t>
          </a:r>
          <a:endParaRPr lang="en-US" b="1" dirty="0"/>
        </a:p>
      </dgm:t>
    </dgm:pt>
    <dgm:pt modelId="{57584843-FAC8-4639-BA06-5C43F76A92B2}" type="parTrans" cxnId="{5E084FC6-7D07-4B27-B7A6-B9D8A40B7F1A}">
      <dgm:prSet/>
      <dgm:spPr/>
      <dgm:t>
        <a:bodyPr/>
        <a:lstStyle/>
        <a:p>
          <a:endParaRPr lang="en-US"/>
        </a:p>
      </dgm:t>
    </dgm:pt>
    <dgm:pt modelId="{B9F1F3DE-7E78-4C1A-A8DF-D91D525E81F2}" type="sibTrans" cxnId="{5E084FC6-7D07-4B27-B7A6-B9D8A40B7F1A}">
      <dgm:prSet/>
      <dgm:spPr/>
      <dgm:t>
        <a:bodyPr/>
        <a:lstStyle/>
        <a:p>
          <a:endParaRPr lang="en-US"/>
        </a:p>
      </dgm:t>
    </dgm:pt>
    <dgm:pt modelId="{D901BE47-2869-4B8F-AFC7-61C60FB26EC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Entregue</a:t>
          </a:r>
          <a:endParaRPr lang="en-US" b="1" dirty="0"/>
        </a:p>
      </dgm:t>
    </dgm:pt>
    <dgm:pt modelId="{D3274829-E93E-49DC-8AE0-6F213EA0CDE6}" type="parTrans" cxnId="{E943163B-F10B-4560-A13A-999AE8CCBAC8}">
      <dgm:prSet/>
      <dgm:spPr/>
      <dgm:t>
        <a:bodyPr/>
        <a:lstStyle/>
        <a:p>
          <a:endParaRPr lang="en-US"/>
        </a:p>
      </dgm:t>
    </dgm:pt>
    <dgm:pt modelId="{B3F9B87A-3A76-44C5-AE75-EDFAB376CB91}" type="sibTrans" cxnId="{E943163B-F10B-4560-A13A-999AE8CCBAC8}">
      <dgm:prSet/>
      <dgm:spPr/>
      <dgm:t>
        <a:bodyPr/>
        <a:lstStyle/>
        <a:p>
          <a:endParaRPr lang="en-US"/>
        </a:p>
      </dgm:t>
    </dgm:pt>
    <dgm:pt modelId="{176FD5C2-AD20-4FBC-ADFE-8B1FD941FCE1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Entregue</a:t>
          </a:r>
          <a:endParaRPr lang="en-US" b="1" dirty="0"/>
        </a:p>
      </dgm:t>
    </dgm:pt>
    <dgm:pt modelId="{6444539E-2335-468D-A66D-1215DB4EDF5C}" type="parTrans" cxnId="{30C1B2EC-1355-49AF-83F2-A5913FA04D04}">
      <dgm:prSet/>
      <dgm:spPr/>
      <dgm:t>
        <a:bodyPr/>
        <a:lstStyle/>
        <a:p>
          <a:endParaRPr lang="en-US"/>
        </a:p>
      </dgm:t>
    </dgm:pt>
    <dgm:pt modelId="{7C3747A8-811A-4F2A-91C8-B7E62D3F2143}" type="sibTrans" cxnId="{30C1B2EC-1355-49AF-83F2-A5913FA04D04}">
      <dgm:prSet/>
      <dgm:spPr/>
      <dgm:t>
        <a:bodyPr/>
        <a:lstStyle/>
        <a:p>
          <a:endParaRPr lang="en-US"/>
        </a:p>
      </dgm:t>
    </dgm:pt>
    <dgm:pt modelId="{731E0176-8199-4721-B31D-4B13FD6E9056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Cooperante</a:t>
          </a:r>
          <a:r>
            <a:rPr lang="en-US" b="1" dirty="0" smtClean="0"/>
            <a:t> </a:t>
          </a:r>
          <a:r>
            <a:rPr lang="en-US" b="1" dirty="0" err="1" smtClean="0"/>
            <a:t>Vende</a:t>
          </a:r>
          <a:r>
            <a:rPr lang="en-US" b="1" dirty="0" smtClean="0"/>
            <a:t> </a:t>
          </a:r>
          <a:r>
            <a:rPr lang="en-US" b="1" dirty="0" err="1" smtClean="0"/>
            <a:t>para</a:t>
          </a:r>
          <a:r>
            <a:rPr lang="en-US" b="1" dirty="0" smtClean="0"/>
            <a:t> Monsanto</a:t>
          </a:r>
          <a:endParaRPr lang="en-US" b="1" dirty="0"/>
        </a:p>
      </dgm:t>
    </dgm:pt>
    <dgm:pt modelId="{1D73B4D8-26D4-4D68-8CAC-CC257E935971}" type="parTrans" cxnId="{B3E953DF-C57E-4B47-AC3D-5DAF7697FD94}">
      <dgm:prSet/>
      <dgm:spPr/>
      <dgm:t>
        <a:bodyPr/>
        <a:lstStyle/>
        <a:p>
          <a:endParaRPr lang="en-US"/>
        </a:p>
      </dgm:t>
    </dgm:pt>
    <dgm:pt modelId="{C6254341-5FA4-4343-9AED-B92E85B93E9B}" type="sibTrans" cxnId="{B3E953DF-C57E-4B47-AC3D-5DAF7697FD94}">
      <dgm:prSet/>
      <dgm:spPr/>
      <dgm:t>
        <a:bodyPr/>
        <a:lstStyle/>
        <a:p>
          <a:endParaRPr lang="en-US"/>
        </a:p>
      </dgm:t>
    </dgm:pt>
    <dgm:pt modelId="{FA3B3E2A-CCCB-4777-80B3-529202C4E376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Cooperante</a:t>
          </a:r>
          <a:r>
            <a:rPr lang="en-US" b="1" dirty="0" smtClean="0"/>
            <a:t> </a:t>
          </a:r>
          <a:r>
            <a:rPr lang="en-US" b="1" dirty="0" err="1" smtClean="0"/>
            <a:t>Descarta</a:t>
          </a:r>
          <a:r>
            <a:rPr lang="en-US" b="1" dirty="0" smtClean="0"/>
            <a:t> (</a:t>
          </a:r>
          <a:r>
            <a:rPr lang="en-US" b="1" dirty="0" err="1" smtClean="0"/>
            <a:t>formas</a:t>
          </a:r>
          <a:r>
            <a:rPr lang="en-US" b="1" dirty="0" smtClean="0"/>
            <a:t> </a:t>
          </a:r>
          <a:r>
            <a:rPr lang="en-US" b="1" dirty="0" err="1" smtClean="0"/>
            <a:t>admitidas</a:t>
          </a:r>
          <a:r>
            <a:rPr lang="en-US" b="1" dirty="0" smtClean="0"/>
            <a:t> </a:t>
          </a:r>
          <a:r>
            <a:rPr lang="en-US" b="1" dirty="0" err="1" smtClean="0"/>
            <a:t>na</a:t>
          </a:r>
          <a:r>
            <a:rPr lang="en-US" b="1" dirty="0" smtClean="0"/>
            <a:t> Monsanto)</a:t>
          </a:r>
          <a:endParaRPr lang="en-US" b="1" dirty="0"/>
        </a:p>
      </dgm:t>
    </dgm:pt>
    <dgm:pt modelId="{53AB0BC2-2B50-4390-8263-21DBCAAC1BC5}" type="parTrans" cxnId="{6D6C3041-DCE5-4730-953D-B73C4F7AA147}">
      <dgm:prSet/>
      <dgm:spPr/>
      <dgm:t>
        <a:bodyPr/>
        <a:lstStyle/>
        <a:p>
          <a:endParaRPr lang="en-US"/>
        </a:p>
      </dgm:t>
    </dgm:pt>
    <dgm:pt modelId="{8B40ABDF-286A-44DA-9789-FF4C557A22FF}" type="sibTrans" cxnId="{6D6C3041-DCE5-4730-953D-B73C4F7AA147}">
      <dgm:prSet/>
      <dgm:spPr/>
      <dgm:t>
        <a:bodyPr/>
        <a:lstStyle/>
        <a:p>
          <a:endParaRPr lang="en-US"/>
        </a:p>
      </dgm:t>
    </dgm:pt>
    <dgm:pt modelId="{495D0923-5BD7-44B1-A19B-B96E06024F40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err="1" smtClean="0"/>
            <a:t>Cooperante</a:t>
          </a:r>
          <a:r>
            <a:rPr lang="en-US" b="1" dirty="0" smtClean="0"/>
            <a:t>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Descarta</a:t>
          </a:r>
          <a:endParaRPr lang="en-US" b="1" dirty="0"/>
        </a:p>
      </dgm:t>
    </dgm:pt>
    <dgm:pt modelId="{EC383DDB-590F-4CC2-A081-EA01A40653D5}" type="parTrans" cxnId="{0F28BB84-1B33-4F2C-9E27-5566B87F5A8C}">
      <dgm:prSet/>
      <dgm:spPr/>
      <dgm:t>
        <a:bodyPr/>
        <a:lstStyle/>
        <a:p>
          <a:endParaRPr lang="en-US"/>
        </a:p>
      </dgm:t>
    </dgm:pt>
    <dgm:pt modelId="{2D0A597A-9536-4046-9430-E889EB4AC90C}" type="sibTrans" cxnId="{0F28BB84-1B33-4F2C-9E27-5566B87F5A8C}">
      <dgm:prSet/>
      <dgm:spPr/>
      <dgm:t>
        <a:bodyPr/>
        <a:lstStyle/>
        <a:p>
          <a:endParaRPr lang="en-US"/>
        </a:p>
      </dgm:t>
    </dgm:pt>
    <dgm:pt modelId="{B6EC1370-D6D2-49C2-ABD7-01E28A6F3CA2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err="1" smtClean="0"/>
            <a:t>Ação</a:t>
          </a:r>
          <a:r>
            <a:rPr lang="en-US" b="1" dirty="0" smtClean="0"/>
            <a:t> judicial </a:t>
          </a:r>
          <a:r>
            <a:rPr lang="en-US" b="1" dirty="0" err="1" smtClean="0"/>
            <a:t>para</a:t>
          </a:r>
          <a:r>
            <a:rPr lang="en-US" b="1" dirty="0" smtClean="0"/>
            <a:t> </a:t>
          </a:r>
          <a:r>
            <a:rPr lang="en-US" b="1" dirty="0" err="1" smtClean="0"/>
            <a:t>impedir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r>
            <a:rPr lang="en-US" b="1" dirty="0" smtClean="0"/>
            <a:t> de </a:t>
          </a:r>
          <a:r>
            <a:rPr lang="en-US" b="1" dirty="0" err="1" smtClean="0"/>
            <a:t>ficar</a:t>
          </a:r>
          <a:r>
            <a:rPr lang="en-US" b="1" dirty="0" smtClean="0"/>
            <a:t> com o material</a:t>
          </a:r>
          <a:endParaRPr lang="en-US" b="1" dirty="0"/>
        </a:p>
      </dgm:t>
    </dgm:pt>
    <dgm:pt modelId="{8EAF4848-5AA8-4BC6-8028-1B6402DF2D4A}" type="parTrans" cxnId="{535E7FE5-488C-4970-98B9-D48545AAAE56}">
      <dgm:prSet/>
      <dgm:spPr/>
      <dgm:t>
        <a:bodyPr/>
        <a:lstStyle/>
        <a:p>
          <a:endParaRPr lang="en-US"/>
        </a:p>
      </dgm:t>
    </dgm:pt>
    <dgm:pt modelId="{C12EC6A9-77B8-4A72-B625-87E4B89CF7EC}" type="sibTrans" cxnId="{535E7FE5-488C-4970-98B9-D48545AAAE56}">
      <dgm:prSet/>
      <dgm:spPr/>
      <dgm:t>
        <a:bodyPr/>
        <a:lstStyle/>
        <a:p>
          <a:endParaRPr lang="en-US"/>
        </a:p>
      </dgm:t>
    </dgm:pt>
    <dgm:pt modelId="{D279674B-4F7B-49AE-8B7E-6B6FE83B0EEA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Entregue</a:t>
          </a:r>
          <a:endParaRPr lang="en-US" b="1" dirty="0"/>
        </a:p>
      </dgm:t>
    </dgm:pt>
    <dgm:pt modelId="{88100CC3-E681-4BDD-B6CE-A2F4417DA818}" type="parTrans" cxnId="{5CC575D7-A9CF-4310-9E3B-9ED6D091F8E0}">
      <dgm:prSet/>
      <dgm:spPr/>
      <dgm:t>
        <a:bodyPr/>
        <a:lstStyle/>
        <a:p>
          <a:endParaRPr lang="en-US"/>
        </a:p>
      </dgm:t>
    </dgm:pt>
    <dgm:pt modelId="{B2E0156B-FD10-4CBE-8329-9F597A3C4865}" type="sibTrans" cxnId="{5CC575D7-A9CF-4310-9E3B-9ED6D091F8E0}">
      <dgm:prSet/>
      <dgm:spPr/>
      <dgm:t>
        <a:bodyPr/>
        <a:lstStyle/>
        <a:p>
          <a:endParaRPr lang="en-US"/>
        </a:p>
      </dgm:t>
    </dgm:pt>
    <dgm:pt modelId="{C34D5425-4A74-45F7-8A38-E937007B9358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Entregue</a:t>
          </a:r>
          <a:endParaRPr lang="en-US" b="1" dirty="0"/>
        </a:p>
      </dgm:t>
    </dgm:pt>
    <dgm:pt modelId="{F466B659-1978-4CFA-A248-C3BF543389CF}" type="parTrans" cxnId="{DE9BEE76-CC0B-484D-BCCB-110876178FFC}">
      <dgm:prSet/>
      <dgm:spPr/>
      <dgm:t>
        <a:bodyPr/>
        <a:lstStyle/>
        <a:p>
          <a:endParaRPr lang="en-US"/>
        </a:p>
      </dgm:t>
    </dgm:pt>
    <dgm:pt modelId="{2E2D919E-8342-4581-A407-F0D358D198F3}" type="sibTrans" cxnId="{DE9BEE76-CC0B-484D-BCCB-110876178FFC}">
      <dgm:prSet/>
      <dgm:spPr/>
      <dgm:t>
        <a:bodyPr/>
        <a:lstStyle/>
        <a:p>
          <a:endParaRPr lang="en-US"/>
        </a:p>
      </dgm:t>
    </dgm:pt>
    <dgm:pt modelId="{B537FBCF-B3C3-4C37-B023-AF1E1C27BE0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54F2B31A-F193-47D5-93EE-D2C5C8580643}" type="parTrans" cxnId="{59F60DD8-6493-4A01-BB4C-E065AC7E162E}">
      <dgm:prSet/>
      <dgm:spPr/>
      <dgm:t>
        <a:bodyPr/>
        <a:lstStyle/>
        <a:p>
          <a:endParaRPr lang="en-US"/>
        </a:p>
      </dgm:t>
    </dgm:pt>
    <dgm:pt modelId="{59C04997-83B1-46BB-9A49-18D05EA8F5B8}" type="sibTrans" cxnId="{59F60DD8-6493-4A01-BB4C-E065AC7E162E}">
      <dgm:prSet/>
      <dgm:spPr/>
      <dgm:t>
        <a:bodyPr/>
        <a:lstStyle/>
        <a:p>
          <a:endParaRPr lang="en-US"/>
        </a:p>
      </dgm:t>
    </dgm:pt>
    <dgm:pt modelId="{CE2025C8-B3D6-4AF3-9401-DE5127EB6153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b="1" dirty="0" smtClean="0"/>
            <a:t>Material </a:t>
          </a:r>
          <a:r>
            <a:rPr lang="en-US" b="1" dirty="0" err="1" smtClean="0"/>
            <a:t>Não</a:t>
          </a:r>
          <a:r>
            <a:rPr lang="en-US" b="1" dirty="0" smtClean="0"/>
            <a:t> </a:t>
          </a:r>
          <a:r>
            <a:rPr lang="en-US" b="1" dirty="0" err="1" smtClean="0"/>
            <a:t>Devolvido</a:t>
          </a:r>
          <a:r>
            <a:rPr lang="en-US" b="1" dirty="0" smtClean="0"/>
            <a:t> </a:t>
          </a:r>
          <a:r>
            <a:rPr lang="en-US" b="1" dirty="0" err="1" smtClean="0"/>
            <a:t>pelo</a:t>
          </a:r>
          <a:r>
            <a:rPr lang="en-US" b="1" dirty="0" smtClean="0"/>
            <a:t> </a:t>
          </a:r>
          <a:r>
            <a:rPr lang="en-US" b="1" dirty="0" err="1" smtClean="0"/>
            <a:t>Cooperante</a:t>
          </a:r>
          <a:endParaRPr lang="en-US" b="1" dirty="0"/>
        </a:p>
      </dgm:t>
    </dgm:pt>
    <dgm:pt modelId="{E46AF88F-55D1-425E-9A11-5A61063788F0}" type="parTrans" cxnId="{C47D3548-215D-4E46-8DAF-E9F7457E86AF}">
      <dgm:prSet/>
      <dgm:spPr/>
      <dgm:t>
        <a:bodyPr/>
        <a:lstStyle/>
        <a:p>
          <a:endParaRPr lang="en-US"/>
        </a:p>
      </dgm:t>
    </dgm:pt>
    <dgm:pt modelId="{6549C35B-69A2-4FD2-8AC9-9F6253CDDCD2}" type="sibTrans" cxnId="{C47D3548-215D-4E46-8DAF-E9F7457E86AF}">
      <dgm:prSet/>
      <dgm:spPr/>
      <dgm:t>
        <a:bodyPr/>
        <a:lstStyle/>
        <a:p>
          <a:endParaRPr lang="en-US"/>
        </a:p>
      </dgm:t>
    </dgm:pt>
    <dgm:pt modelId="{E8443E1D-EDB1-4011-B9EB-6013C7B659AE}" type="pres">
      <dgm:prSet presAssocID="{40F03FD1-E6E1-4A89-ABD1-7D38D9730E0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235DFCF-278C-4837-9CC5-FBED3CCB94E7}" type="pres">
      <dgm:prSet presAssocID="{DB772B07-5225-4B7F-972B-96EC531E9F2F}" presName="hierRoot1" presStyleCnt="0">
        <dgm:presLayoutVars>
          <dgm:hierBranch val="init"/>
        </dgm:presLayoutVars>
      </dgm:prSet>
      <dgm:spPr/>
    </dgm:pt>
    <dgm:pt modelId="{DD5C3F0D-F191-423C-BEC9-763576F854C3}" type="pres">
      <dgm:prSet presAssocID="{DB772B07-5225-4B7F-972B-96EC531E9F2F}" presName="rootComposite1" presStyleCnt="0"/>
      <dgm:spPr/>
    </dgm:pt>
    <dgm:pt modelId="{75A8DFD6-54B2-4822-8212-5579A240B03D}" type="pres">
      <dgm:prSet presAssocID="{DB772B07-5225-4B7F-972B-96EC531E9F2F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26B99A-F4E6-4804-90F7-925F9E50D2A2}" type="pres">
      <dgm:prSet presAssocID="{DB772B07-5225-4B7F-972B-96EC531E9F2F}" presName="rootConnector1" presStyleLbl="node1" presStyleIdx="0" presStyleCnt="0"/>
      <dgm:spPr/>
      <dgm:t>
        <a:bodyPr/>
        <a:lstStyle/>
        <a:p>
          <a:endParaRPr lang="en-US"/>
        </a:p>
      </dgm:t>
    </dgm:pt>
    <dgm:pt modelId="{1EACAE25-1C43-4DB1-9FFA-6CF23F55CEF3}" type="pres">
      <dgm:prSet presAssocID="{DB772B07-5225-4B7F-972B-96EC531E9F2F}" presName="hierChild2" presStyleCnt="0"/>
      <dgm:spPr/>
    </dgm:pt>
    <dgm:pt modelId="{3B9A6876-AD23-42E2-8E15-DD3B65A58A24}" type="pres">
      <dgm:prSet presAssocID="{AFD82CC0-8F2B-4CB9-BC8D-91F02BC2FF60}" presName="Name37" presStyleLbl="parChTrans1D2" presStyleIdx="0" presStyleCnt="1"/>
      <dgm:spPr/>
      <dgm:t>
        <a:bodyPr/>
        <a:lstStyle/>
        <a:p>
          <a:endParaRPr lang="en-US"/>
        </a:p>
      </dgm:t>
    </dgm:pt>
    <dgm:pt modelId="{C739C8AF-5FAA-441E-8597-1F5AA8752803}" type="pres">
      <dgm:prSet presAssocID="{FC58C2DA-D299-431B-88D7-8B263F12237D}" presName="hierRoot2" presStyleCnt="0">
        <dgm:presLayoutVars>
          <dgm:hierBranch val="init"/>
        </dgm:presLayoutVars>
      </dgm:prSet>
      <dgm:spPr/>
    </dgm:pt>
    <dgm:pt modelId="{514DDD7F-203B-46F2-B926-B70B753CF90F}" type="pres">
      <dgm:prSet presAssocID="{FC58C2DA-D299-431B-88D7-8B263F12237D}" presName="rootComposite" presStyleCnt="0"/>
      <dgm:spPr/>
    </dgm:pt>
    <dgm:pt modelId="{CB42AFC1-7E82-44F7-999E-2EB414472B35}" type="pres">
      <dgm:prSet presAssocID="{FC58C2DA-D299-431B-88D7-8B263F12237D}" presName="rootText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86C636C-3F8C-407C-BC8A-A46F2054BC79}" type="pres">
      <dgm:prSet presAssocID="{FC58C2DA-D299-431B-88D7-8B263F12237D}" presName="rootConnector" presStyleLbl="node2" presStyleIdx="0" presStyleCnt="1"/>
      <dgm:spPr/>
      <dgm:t>
        <a:bodyPr/>
        <a:lstStyle/>
        <a:p>
          <a:endParaRPr lang="en-US"/>
        </a:p>
      </dgm:t>
    </dgm:pt>
    <dgm:pt modelId="{0109D7D3-DCF7-4ACD-BB6E-738EBF02970F}" type="pres">
      <dgm:prSet presAssocID="{FC58C2DA-D299-431B-88D7-8B263F12237D}" presName="hierChild4" presStyleCnt="0"/>
      <dgm:spPr/>
    </dgm:pt>
    <dgm:pt modelId="{3CB1F02B-C832-439B-A3E8-24E7737E3E59}" type="pres">
      <dgm:prSet presAssocID="{26122F6D-2839-4353-956E-557F27095D8E}" presName="Name37" presStyleLbl="parChTrans1D3" presStyleIdx="0" presStyleCnt="1"/>
      <dgm:spPr/>
      <dgm:t>
        <a:bodyPr/>
        <a:lstStyle/>
        <a:p>
          <a:endParaRPr lang="pt-BR"/>
        </a:p>
      </dgm:t>
    </dgm:pt>
    <dgm:pt modelId="{D6DA83BB-9C61-48F7-9975-7B8B366D6127}" type="pres">
      <dgm:prSet presAssocID="{15C33F5D-EAC7-4D84-88E8-1480DB7982E8}" presName="hierRoot2" presStyleCnt="0">
        <dgm:presLayoutVars>
          <dgm:hierBranch val="init"/>
        </dgm:presLayoutVars>
      </dgm:prSet>
      <dgm:spPr/>
    </dgm:pt>
    <dgm:pt modelId="{61CB9290-D542-4076-A5DB-1580BBA09D08}" type="pres">
      <dgm:prSet presAssocID="{15C33F5D-EAC7-4D84-88E8-1480DB7982E8}" presName="rootComposite" presStyleCnt="0"/>
      <dgm:spPr/>
    </dgm:pt>
    <dgm:pt modelId="{551C0E05-83F8-41EF-8082-FB7987384416}" type="pres">
      <dgm:prSet presAssocID="{15C33F5D-EAC7-4D84-88E8-1480DB7982E8}" presName="rootText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65C9A71-AEC4-49FF-8FE2-CC0891123254}" type="pres">
      <dgm:prSet presAssocID="{15C33F5D-EAC7-4D84-88E8-1480DB7982E8}" presName="rootConnector" presStyleLbl="node3" presStyleIdx="0" presStyleCnt="1"/>
      <dgm:spPr/>
      <dgm:t>
        <a:bodyPr/>
        <a:lstStyle/>
        <a:p>
          <a:endParaRPr lang="en-US"/>
        </a:p>
      </dgm:t>
    </dgm:pt>
    <dgm:pt modelId="{334659C1-6E90-49D8-8B66-CEA1DC8F9E9D}" type="pres">
      <dgm:prSet presAssocID="{15C33F5D-EAC7-4D84-88E8-1480DB7982E8}" presName="hierChild4" presStyleCnt="0"/>
      <dgm:spPr/>
    </dgm:pt>
    <dgm:pt modelId="{E51B5B51-4DAF-411D-83D2-8204993136B2}" type="pres">
      <dgm:prSet presAssocID="{C44F934C-02A7-49D5-B6AC-AD914EC277CF}" presName="Name37" presStyleLbl="parChTrans1D4" presStyleIdx="0" presStyleCnt="32"/>
      <dgm:spPr/>
      <dgm:t>
        <a:bodyPr/>
        <a:lstStyle/>
        <a:p>
          <a:endParaRPr lang="pt-BR"/>
        </a:p>
      </dgm:t>
    </dgm:pt>
    <dgm:pt modelId="{34D6ECFA-DAF4-4C0F-B630-F46855E1E956}" type="pres">
      <dgm:prSet presAssocID="{43F818D2-C720-47D5-8AC5-8407E671AA45}" presName="hierRoot2" presStyleCnt="0">
        <dgm:presLayoutVars>
          <dgm:hierBranch val="init"/>
        </dgm:presLayoutVars>
      </dgm:prSet>
      <dgm:spPr/>
    </dgm:pt>
    <dgm:pt modelId="{F697A769-C7C2-4562-94C0-3126BD1136B7}" type="pres">
      <dgm:prSet presAssocID="{43F818D2-C720-47D5-8AC5-8407E671AA45}" presName="rootComposite" presStyleCnt="0"/>
      <dgm:spPr/>
    </dgm:pt>
    <dgm:pt modelId="{6165F846-E1BE-4FFF-8C5C-6A81A57D04DB}" type="pres">
      <dgm:prSet presAssocID="{43F818D2-C720-47D5-8AC5-8407E671AA45}" presName="rootText" presStyleLbl="node4" presStyleIdx="0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11C168-7774-4E58-8F36-FD62EFABFE05}" type="pres">
      <dgm:prSet presAssocID="{43F818D2-C720-47D5-8AC5-8407E671AA45}" presName="rootConnector" presStyleLbl="node4" presStyleIdx="0" presStyleCnt="32"/>
      <dgm:spPr/>
      <dgm:t>
        <a:bodyPr/>
        <a:lstStyle/>
        <a:p>
          <a:endParaRPr lang="en-US"/>
        </a:p>
      </dgm:t>
    </dgm:pt>
    <dgm:pt modelId="{D92C78DD-7126-40C7-980E-A965C1F0229C}" type="pres">
      <dgm:prSet presAssocID="{43F818D2-C720-47D5-8AC5-8407E671AA45}" presName="hierChild4" presStyleCnt="0"/>
      <dgm:spPr/>
    </dgm:pt>
    <dgm:pt modelId="{9174CE63-3132-4FCF-B669-1ACC4AD9C683}" type="pres">
      <dgm:prSet presAssocID="{156D1E87-D4BB-4CF4-A242-3B3293234FF9}" presName="Name37" presStyleLbl="parChTrans1D4" presStyleIdx="1" presStyleCnt="32"/>
      <dgm:spPr/>
      <dgm:t>
        <a:bodyPr/>
        <a:lstStyle/>
        <a:p>
          <a:endParaRPr lang="pt-BR"/>
        </a:p>
      </dgm:t>
    </dgm:pt>
    <dgm:pt modelId="{1B371728-E1FE-455E-8D53-569452DC6D27}" type="pres">
      <dgm:prSet presAssocID="{44CA43C6-1EC9-4359-8731-FE95B0F1FD94}" presName="hierRoot2" presStyleCnt="0">
        <dgm:presLayoutVars>
          <dgm:hierBranch val="init"/>
        </dgm:presLayoutVars>
      </dgm:prSet>
      <dgm:spPr/>
    </dgm:pt>
    <dgm:pt modelId="{A0A25266-D58B-41CC-A3D7-99D988D97EB7}" type="pres">
      <dgm:prSet presAssocID="{44CA43C6-1EC9-4359-8731-FE95B0F1FD94}" presName="rootComposite" presStyleCnt="0"/>
      <dgm:spPr/>
    </dgm:pt>
    <dgm:pt modelId="{DB6EB793-2871-4637-A8CA-2410DF35C28B}" type="pres">
      <dgm:prSet presAssocID="{44CA43C6-1EC9-4359-8731-FE95B0F1FD94}" presName="rootText" presStyleLbl="node4" presStyleIdx="1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F6C3610-17CB-404C-9728-F94590D27399}" type="pres">
      <dgm:prSet presAssocID="{44CA43C6-1EC9-4359-8731-FE95B0F1FD94}" presName="rootConnector" presStyleLbl="node4" presStyleIdx="1" presStyleCnt="32"/>
      <dgm:spPr/>
      <dgm:t>
        <a:bodyPr/>
        <a:lstStyle/>
        <a:p>
          <a:endParaRPr lang="en-US"/>
        </a:p>
      </dgm:t>
    </dgm:pt>
    <dgm:pt modelId="{A84FCFB9-CF49-4A70-BAFC-B9ADEE2DD64E}" type="pres">
      <dgm:prSet presAssocID="{44CA43C6-1EC9-4359-8731-FE95B0F1FD94}" presName="hierChild4" presStyleCnt="0"/>
      <dgm:spPr/>
    </dgm:pt>
    <dgm:pt modelId="{1E495C82-48C4-46A3-97D2-34278014BFB5}" type="pres">
      <dgm:prSet presAssocID="{44CA43C6-1EC9-4359-8731-FE95B0F1FD94}" presName="hierChild5" presStyleCnt="0"/>
      <dgm:spPr/>
    </dgm:pt>
    <dgm:pt modelId="{CA227D03-0B41-4668-AAB3-2B2676B65FF0}" type="pres">
      <dgm:prSet presAssocID="{43F818D2-C720-47D5-8AC5-8407E671AA45}" presName="hierChild5" presStyleCnt="0"/>
      <dgm:spPr/>
    </dgm:pt>
    <dgm:pt modelId="{F9FDCD49-ACE6-44B4-A845-8DBFE0295648}" type="pres">
      <dgm:prSet presAssocID="{BA430A5A-CA2E-4FAA-BA1B-097C4A7ED484}" presName="Name37" presStyleLbl="parChTrans1D4" presStyleIdx="2" presStyleCnt="32"/>
      <dgm:spPr/>
      <dgm:t>
        <a:bodyPr/>
        <a:lstStyle/>
        <a:p>
          <a:endParaRPr lang="pt-BR"/>
        </a:p>
      </dgm:t>
    </dgm:pt>
    <dgm:pt modelId="{C3754367-C5C2-4DF6-80AF-981FC63CA7BF}" type="pres">
      <dgm:prSet presAssocID="{B18CE8E8-6EA4-4B00-96A0-6533AABCB1A9}" presName="hierRoot2" presStyleCnt="0">
        <dgm:presLayoutVars>
          <dgm:hierBranch val="init"/>
        </dgm:presLayoutVars>
      </dgm:prSet>
      <dgm:spPr/>
    </dgm:pt>
    <dgm:pt modelId="{239DB303-F1BC-4B5A-835C-3D8FC0BF3DF4}" type="pres">
      <dgm:prSet presAssocID="{B18CE8E8-6EA4-4B00-96A0-6533AABCB1A9}" presName="rootComposite" presStyleCnt="0"/>
      <dgm:spPr/>
    </dgm:pt>
    <dgm:pt modelId="{0F0420FE-E6A0-4355-8965-A0952EBCB0F2}" type="pres">
      <dgm:prSet presAssocID="{B18CE8E8-6EA4-4B00-96A0-6533AABCB1A9}" presName="rootText" presStyleLbl="node4" presStyleIdx="2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598EA37-27BD-4128-8FFB-E8E4A726D0D9}" type="pres">
      <dgm:prSet presAssocID="{B18CE8E8-6EA4-4B00-96A0-6533AABCB1A9}" presName="rootConnector" presStyleLbl="node4" presStyleIdx="2" presStyleCnt="32"/>
      <dgm:spPr/>
      <dgm:t>
        <a:bodyPr/>
        <a:lstStyle/>
        <a:p>
          <a:endParaRPr lang="en-US"/>
        </a:p>
      </dgm:t>
    </dgm:pt>
    <dgm:pt modelId="{D6AD5886-D0B2-49A9-A644-DE38D4D21D0A}" type="pres">
      <dgm:prSet presAssocID="{B18CE8E8-6EA4-4B00-96A0-6533AABCB1A9}" presName="hierChild4" presStyleCnt="0"/>
      <dgm:spPr/>
    </dgm:pt>
    <dgm:pt modelId="{31DAB791-C026-4D95-9764-3D8D604BD910}" type="pres">
      <dgm:prSet presAssocID="{538FDB4A-8897-45D4-95DE-E168BE7A2262}" presName="Name37" presStyleLbl="parChTrans1D4" presStyleIdx="3" presStyleCnt="32"/>
      <dgm:spPr/>
      <dgm:t>
        <a:bodyPr/>
        <a:lstStyle/>
        <a:p>
          <a:endParaRPr lang="pt-BR"/>
        </a:p>
      </dgm:t>
    </dgm:pt>
    <dgm:pt modelId="{366B7346-F660-44DD-A083-1E7BBD9B4C14}" type="pres">
      <dgm:prSet presAssocID="{44D0B21D-AFCF-4322-90A3-E92B0B157031}" presName="hierRoot2" presStyleCnt="0">
        <dgm:presLayoutVars>
          <dgm:hierBranch val="init"/>
        </dgm:presLayoutVars>
      </dgm:prSet>
      <dgm:spPr/>
    </dgm:pt>
    <dgm:pt modelId="{768781F8-C320-4C21-AFF8-111D564EA872}" type="pres">
      <dgm:prSet presAssocID="{44D0B21D-AFCF-4322-90A3-E92B0B157031}" presName="rootComposite" presStyleCnt="0"/>
      <dgm:spPr/>
    </dgm:pt>
    <dgm:pt modelId="{79FC172D-B7FA-4A5B-BE3D-1DD29DDF0C65}" type="pres">
      <dgm:prSet presAssocID="{44D0B21D-AFCF-4322-90A3-E92B0B157031}" presName="rootText" presStyleLbl="node4" presStyleIdx="3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86EE5F-915C-423A-BAC0-2DFA70915D0D}" type="pres">
      <dgm:prSet presAssocID="{44D0B21D-AFCF-4322-90A3-E92B0B157031}" presName="rootConnector" presStyleLbl="node4" presStyleIdx="3" presStyleCnt="32"/>
      <dgm:spPr/>
      <dgm:t>
        <a:bodyPr/>
        <a:lstStyle/>
        <a:p>
          <a:endParaRPr lang="en-US"/>
        </a:p>
      </dgm:t>
    </dgm:pt>
    <dgm:pt modelId="{9C8CD1F0-AD69-47FB-88CC-283EBB461261}" type="pres">
      <dgm:prSet presAssocID="{44D0B21D-AFCF-4322-90A3-E92B0B157031}" presName="hierChild4" presStyleCnt="0"/>
      <dgm:spPr/>
    </dgm:pt>
    <dgm:pt modelId="{A287FC92-32D4-49E3-82E6-D29FE926D094}" type="pres">
      <dgm:prSet presAssocID="{A96F5A7C-9E11-4CF3-9A27-EF898775CBE4}" presName="Name37" presStyleLbl="parChTrans1D4" presStyleIdx="4" presStyleCnt="32"/>
      <dgm:spPr/>
      <dgm:t>
        <a:bodyPr/>
        <a:lstStyle/>
        <a:p>
          <a:endParaRPr lang="en-US"/>
        </a:p>
      </dgm:t>
    </dgm:pt>
    <dgm:pt modelId="{31F3D8CD-DE89-446A-B0AC-6F5914DF4492}" type="pres">
      <dgm:prSet presAssocID="{565AB665-4A43-46D5-80C5-80D6DF7FF44D}" presName="hierRoot2" presStyleCnt="0">
        <dgm:presLayoutVars>
          <dgm:hierBranch/>
        </dgm:presLayoutVars>
      </dgm:prSet>
      <dgm:spPr/>
    </dgm:pt>
    <dgm:pt modelId="{A4D0EB20-BEEE-4C53-A601-ACE1578E44FD}" type="pres">
      <dgm:prSet presAssocID="{565AB665-4A43-46D5-80C5-80D6DF7FF44D}" presName="rootComposite" presStyleCnt="0"/>
      <dgm:spPr/>
    </dgm:pt>
    <dgm:pt modelId="{E4ECF677-AE9A-4D27-A095-90F4C088B74C}" type="pres">
      <dgm:prSet presAssocID="{565AB665-4A43-46D5-80C5-80D6DF7FF44D}" presName="rootText" presStyleLbl="node4" presStyleIdx="4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E7B8197-4316-48A6-9459-129A999E9A9E}" type="pres">
      <dgm:prSet presAssocID="{565AB665-4A43-46D5-80C5-80D6DF7FF44D}" presName="rootConnector" presStyleLbl="node4" presStyleIdx="4" presStyleCnt="32"/>
      <dgm:spPr/>
      <dgm:t>
        <a:bodyPr/>
        <a:lstStyle/>
        <a:p>
          <a:endParaRPr lang="en-US"/>
        </a:p>
      </dgm:t>
    </dgm:pt>
    <dgm:pt modelId="{EDBDAFEA-5F7D-4869-9576-6A55B5D580D7}" type="pres">
      <dgm:prSet presAssocID="{565AB665-4A43-46D5-80C5-80D6DF7FF44D}" presName="hierChild4" presStyleCnt="0"/>
      <dgm:spPr/>
    </dgm:pt>
    <dgm:pt modelId="{F4344DAC-2B21-4714-AD02-51AC95AFCD9D}" type="pres">
      <dgm:prSet presAssocID="{1D73B4D8-26D4-4D68-8CAC-CC257E935971}" presName="Name35" presStyleLbl="parChTrans1D4" presStyleIdx="5" presStyleCnt="32"/>
      <dgm:spPr/>
      <dgm:t>
        <a:bodyPr/>
        <a:lstStyle/>
        <a:p>
          <a:endParaRPr lang="pt-BR"/>
        </a:p>
      </dgm:t>
    </dgm:pt>
    <dgm:pt modelId="{B67B851F-8204-44F4-A71E-384667B56AA6}" type="pres">
      <dgm:prSet presAssocID="{731E0176-8199-4721-B31D-4B13FD6E9056}" presName="hierRoot2" presStyleCnt="0">
        <dgm:presLayoutVars>
          <dgm:hierBranch val="init"/>
        </dgm:presLayoutVars>
      </dgm:prSet>
      <dgm:spPr/>
    </dgm:pt>
    <dgm:pt modelId="{096C6DBC-5166-45E2-8892-05AA32536267}" type="pres">
      <dgm:prSet presAssocID="{731E0176-8199-4721-B31D-4B13FD6E9056}" presName="rootComposite" presStyleCnt="0"/>
      <dgm:spPr/>
    </dgm:pt>
    <dgm:pt modelId="{9C51AF24-6AFE-4648-8131-C67B048B0E28}" type="pres">
      <dgm:prSet presAssocID="{731E0176-8199-4721-B31D-4B13FD6E9056}" presName="rootText" presStyleLbl="node4" presStyleIdx="5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41F3A7F-2B8C-4AF6-866A-BBE02A5C5B3F}" type="pres">
      <dgm:prSet presAssocID="{731E0176-8199-4721-B31D-4B13FD6E9056}" presName="rootConnector" presStyleLbl="node4" presStyleIdx="5" presStyleCnt="32"/>
      <dgm:spPr/>
      <dgm:t>
        <a:bodyPr/>
        <a:lstStyle/>
        <a:p>
          <a:endParaRPr lang="en-US"/>
        </a:p>
      </dgm:t>
    </dgm:pt>
    <dgm:pt modelId="{E439B31A-5434-4B19-9DF0-30E6601DAF03}" type="pres">
      <dgm:prSet presAssocID="{731E0176-8199-4721-B31D-4B13FD6E9056}" presName="hierChild4" presStyleCnt="0"/>
      <dgm:spPr/>
    </dgm:pt>
    <dgm:pt modelId="{9DF49B5D-5784-4641-9C7B-104B63040577}" type="pres">
      <dgm:prSet presAssocID="{731E0176-8199-4721-B31D-4B13FD6E9056}" presName="hierChild5" presStyleCnt="0"/>
      <dgm:spPr/>
    </dgm:pt>
    <dgm:pt modelId="{A7E8DAC4-A803-4FDE-B6E1-5AE3944F5551}" type="pres">
      <dgm:prSet presAssocID="{53AB0BC2-2B50-4390-8263-21DBCAAC1BC5}" presName="Name35" presStyleLbl="parChTrans1D4" presStyleIdx="6" presStyleCnt="32"/>
      <dgm:spPr/>
      <dgm:t>
        <a:bodyPr/>
        <a:lstStyle/>
        <a:p>
          <a:endParaRPr lang="pt-BR"/>
        </a:p>
      </dgm:t>
    </dgm:pt>
    <dgm:pt modelId="{72701B6E-A844-41D2-AB0E-997AA6EE8D77}" type="pres">
      <dgm:prSet presAssocID="{FA3B3E2A-CCCB-4777-80B3-529202C4E376}" presName="hierRoot2" presStyleCnt="0">
        <dgm:presLayoutVars>
          <dgm:hierBranch val="init"/>
        </dgm:presLayoutVars>
      </dgm:prSet>
      <dgm:spPr/>
    </dgm:pt>
    <dgm:pt modelId="{9BD217F5-C508-428E-A55B-17217DF5F93B}" type="pres">
      <dgm:prSet presAssocID="{FA3B3E2A-CCCB-4777-80B3-529202C4E376}" presName="rootComposite" presStyleCnt="0"/>
      <dgm:spPr/>
    </dgm:pt>
    <dgm:pt modelId="{A9C62508-CFF5-4A93-9B69-E20F281D92C2}" type="pres">
      <dgm:prSet presAssocID="{FA3B3E2A-CCCB-4777-80B3-529202C4E376}" presName="rootText" presStyleLbl="node4" presStyleIdx="6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9F590F6-64CC-431C-8A7D-D85C3F535235}" type="pres">
      <dgm:prSet presAssocID="{FA3B3E2A-CCCB-4777-80B3-529202C4E376}" presName="rootConnector" presStyleLbl="node4" presStyleIdx="6" presStyleCnt="32"/>
      <dgm:spPr/>
      <dgm:t>
        <a:bodyPr/>
        <a:lstStyle/>
        <a:p>
          <a:endParaRPr lang="en-US"/>
        </a:p>
      </dgm:t>
    </dgm:pt>
    <dgm:pt modelId="{EB275D48-911F-4089-862A-B7F89E086506}" type="pres">
      <dgm:prSet presAssocID="{FA3B3E2A-CCCB-4777-80B3-529202C4E376}" presName="hierChild4" presStyleCnt="0"/>
      <dgm:spPr/>
    </dgm:pt>
    <dgm:pt modelId="{1B78C9F4-E6BE-4693-8E6B-D722DBDCFD3B}" type="pres">
      <dgm:prSet presAssocID="{12433B17-1EDF-4C26-A27D-37A7921F1300}" presName="Name37" presStyleLbl="parChTrans1D4" presStyleIdx="7" presStyleCnt="32"/>
      <dgm:spPr/>
      <dgm:t>
        <a:bodyPr/>
        <a:lstStyle/>
        <a:p>
          <a:endParaRPr lang="pt-BR"/>
        </a:p>
      </dgm:t>
    </dgm:pt>
    <dgm:pt modelId="{32E118B4-A8D3-4BA9-9022-99FA32C55D56}" type="pres">
      <dgm:prSet presAssocID="{93C38752-439D-42DD-B1A3-64A3D1B7B712}" presName="hierRoot2" presStyleCnt="0">
        <dgm:presLayoutVars>
          <dgm:hierBranch val="init"/>
        </dgm:presLayoutVars>
      </dgm:prSet>
      <dgm:spPr/>
    </dgm:pt>
    <dgm:pt modelId="{FAE8FDD7-8A41-45DC-B723-2E19B0DD9F9F}" type="pres">
      <dgm:prSet presAssocID="{93C38752-439D-42DD-B1A3-64A3D1B7B712}" presName="rootComposite" presStyleCnt="0"/>
      <dgm:spPr/>
    </dgm:pt>
    <dgm:pt modelId="{2BE9278B-A5C3-40B2-8D70-441316BEED7E}" type="pres">
      <dgm:prSet presAssocID="{93C38752-439D-42DD-B1A3-64A3D1B7B712}" presName="rootText" presStyleLbl="node4" presStyleIdx="7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CA32F4B-7140-417D-8A93-81659C5354B4}" type="pres">
      <dgm:prSet presAssocID="{93C38752-439D-42DD-B1A3-64A3D1B7B712}" presName="rootConnector" presStyleLbl="node4" presStyleIdx="7" presStyleCnt="32"/>
      <dgm:spPr/>
      <dgm:t>
        <a:bodyPr/>
        <a:lstStyle/>
        <a:p>
          <a:endParaRPr lang="en-US"/>
        </a:p>
      </dgm:t>
    </dgm:pt>
    <dgm:pt modelId="{CBC19DFB-E93F-4A16-AFF8-F6B869B46961}" type="pres">
      <dgm:prSet presAssocID="{93C38752-439D-42DD-B1A3-64A3D1B7B712}" presName="hierChild4" presStyleCnt="0"/>
      <dgm:spPr/>
    </dgm:pt>
    <dgm:pt modelId="{26A727E9-6856-4A6E-BB0C-3189D952ED95}" type="pres">
      <dgm:prSet presAssocID="{93C38752-439D-42DD-B1A3-64A3D1B7B712}" presName="hierChild5" presStyleCnt="0"/>
      <dgm:spPr/>
    </dgm:pt>
    <dgm:pt modelId="{BCD3DCF8-F90C-424E-988D-CD9082F8510E}" type="pres">
      <dgm:prSet presAssocID="{FA3B3E2A-CCCB-4777-80B3-529202C4E376}" presName="hierChild5" presStyleCnt="0"/>
      <dgm:spPr/>
    </dgm:pt>
    <dgm:pt modelId="{B5201570-11F2-4C13-9101-BB355A1445F1}" type="pres">
      <dgm:prSet presAssocID="{EC383DDB-590F-4CC2-A081-EA01A40653D5}" presName="Name35" presStyleLbl="parChTrans1D4" presStyleIdx="8" presStyleCnt="32"/>
      <dgm:spPr/>
      <dgm:t>
        <a:bodyPr/>
        <a:lstStyle/>
        <a:p>
          <a:endParaRPr lang="pt-BR"/>
        </a:p>
      </dgm:t>
    </dgm:pt>
    <dgm:pt modelId="{11C02163-5C51-4C07-A2A1-7D2818D6757D}" type="pres">
      <dgm:prSet presAssocID="{495D0923-5BD7-44B1-A19B-B96E06024F40}" presName="hierRoot2" presStyleCnt="0">
        <dgm:presLayoutVars>
          <dgm:hierBranch val="init"/>
        </dgm:presLayoutVars>
      </dgm:prSet>
      <dgm:spPr/>
    </dgm:pt>
    <dgm:pt modelId="{DE66B5AA-490E-4F45-988F-84A31F143597}" type="pres">
      <dgm:prSet presAssocID="{495D0923-5BD7-44B1-A19B-B96E06024F40}" presName="rootComposite" presStyleCnt="0"/>
      <dgm:spPr/>
    </dgm:pt>
    <dgm:pt modelId="{8E587FF5-2FDE-4CAF-A8D2-0F485169D165}" type="pres">
      <dgm:prSet presAssocID="{495D0923-5BD7-44B1-A19B-B96E06024F40}" presName="rootText" presStyleLbl="node4" presStyleIdx="8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935AF0C-DEA2-422D-A907-4381FC8E55B3}" type="pres">
      <dgm:prSet presAssocID="{495D0923-5BD7-44B1-A19B-B96E06024F40}" presName="rootConnector" presStyleLbl="node4" presStyleIdx="8" presStyleCnt="32"/>
      <dgm:spPr/>
      <dgm:t>
        <a:bodyPr/>
        <a:lstStyle/>
        <a:p>
          <a:endParaRPr lang="en-US"/>
        </a:p>
      </dgm:t>
    </dgm:pt>
    <dgm:pt modelId="{F2E6D689-3DB2-4E2E-B1D8-CD96DDE6C333}" type="pres">
      <dgm:prSet presAssocID="{495D0923-5BD7-44B1-A19B-B96E06024F40}" presName="hierChild4" presStyleCnt="0"/>
      <dgm:spPr/>
    </dgm:pt>
    <dgm:pt modelId="{52AE651D-2645-4325-9559-576B932016DB}" type="pres">
      <dgm:prSet presAssocID="{8EAF4848-5AA8-4BC6-8028-1B6402DF2D4A}" presName="Name37" presStyleLbl="parChTrans1D4" presStyleIdx="9" presStyleCnt="32"/>
      <dgm:spPr/>
      <dgm:t>
        <a:bodyPr/>
        <a:lstStyle/>
        <a:p>
          <a:endParaRPr lang="pt-BR"/>
        </a:p>
      </dgm:t>
    </dgm:pt>
    <dgm:pt modelId="{B756AD07-209D-4CBE-ABC8-F91BA77F4F60}" type="pres">
      <dgm:prSet presAssocID="{B6EC1370-D6D2-49C2-ABD7-01E28A6F3CA2}" presName="hierRoot2" presStyleCnt="0">
        <dgm:presLayoutVars>
          <dgm:hierBranch val="init"/>
        </dgm:presLayoutVars>
      </dgm:prSet>
      <dgm:spPr/>
    </dgm:pt>
    <dgm:pt modelId="{5498B322-B37E-46AD-ABBA-545BC186B0D4}" type="pres">
      <dgm:prSet presAssocID="{B6EC1370-D6D2-49C2-ABD7-01E28A6F3CA2}" presName="rootComposite" presStyleCnt="0"/>
      <dgm:spPr/>
    </dgm:pt>
    <dgm:pt modelId="{6D6D717D-E892-48A3-BA0B-94D6336BA611}" type="pres">
      <dgm:prSet presAssocID="{B6EC1370-D6D2-49C2-ABD7-01E28A6F3CA2}" presName="rootText" presStyleLbl="node4" presStyleIdx="9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1245BE3-E7DD-4930-84EC-FB87E12EF476}" type="pres">
      <dgm:prSet presAssocID="{B6EC1370-D6D2-49C2-ABD7-01E28A6F3CA2}" presName="rootConnector" presStyleLbl="node4" presStyleIdx="9" presStyleCnt="32"/>
      <dgm:spPr/>
      <dgm:t>
        <a:bodyPr/>
        <a:lstStyle/>
        <a:p>
          <a:endParaRPr lang="en-US"/>
        </a:p>
      </dgm:t>
    </dgm:pt>
    <dgm:pt modelId="{8F2562E0-ABD3-48AE-A8B7-D22B652AB897}" type="pres">
      <dgm:prSet presAssocID="{B6EC1370-D6D2-49C2-ABD7-01E28A6F3CA2}" presName="hierChild4" presStyleCnt="0"/>
      <dgm:spPr/>
    </dgm:pt>
    <dgm:pt modelId="{72C1CF45-5FCD-49F7-846D-007DF4A0F6D8}" type="pres">
      <dgm:prSet presAssocID="{B6EC1370-D6D2-49C2-ABD7-01E28A6F3CA2}" presName="hierChild5" presStyleCnt="0"/>
      <dgm:spPr/>
    </dgm:pt>
    <dgm:pt modelId="{742FFCB6-3DF9-4697-9580-0F291C156062}" type="pres">
      <dgm:prSet presAssocID="{495D0923-5BD7-44B1-A19B-B96E06024F40}" presName="hierChild5" presStyleCnt="0"/>
      <dgm:spPr/>
    </dgm:pt>
    <dgm:pt modelId="{1EDD933A-8945-4CEB-BE40-ED665332DE5A}" type="pres">
      <dgm:prSet presAssocID="{565AB665-4A43-46D5-80C5-80D6DF7FF44D}" presName="hierChild5" presStyleCnt="0"/>
      <dgm:spPr/>
    </dgm:pt>
    <dgm:pt modelId="{7CF77F46-B842-4983-BD33-8200B628E408}" type="pres">
      <dgm:prSet presAssocID="{873097C8-2F4B-4E24-BA2C-33349C0BE80C}" presName="Name37" presStyleLbl="parChTrans1D4" presStyleIdx="10" presStyleCnt="32"/>
      <dgm:spPr/>
      <dgm:t>
        <a:bodyPr/>
        <a:lstStyle/>
        <a:p>
          <a:endParaRPr lang="en-US"/>
        </a:p>
      </dgm:t>
    </dgm:pt>
    <dgm:pt modelId="{4E43C39C-22C9-4377-891F-F9D4BEEE073F}" type="pres">
      <dgm:prSet presAssocID="{614701B0-4C77-4A33-A671-86643D5A21D8}" presName="hierRoot2" presStyleCnt="0">
        <dgm:presLayoutVars>
          <dgm:hierBranch/>
        </dgm:presLayoutVars>
      </dgm:prSet>
      <dgm:spPr/>
    </dgm:pt>
    <dgm:pt modelId="{063C4BD0-420A-431D-836D-CC21010B3586}" type="pres">
      <dgm:prSet presAssocID="{614701B0-4C77-4A33-A671-86643D5A21D8}" presName="rootComposite" presStyleCnt="0"/>
      <dgm:spPr/>
    </dgm:pt>
    <dgm:pt modelId="{8CF16189-1896-46D2-9112-118D816B05A3}" type="pres">
      <dgm:prSet presAssocID="{614701B0-4C77-4A33-A671-86643D5A21D8}" presName="rootText" presStyleLbl="node4" presStyleIdx="10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8C29CC3-185A-44E8-9C00-6362003FF34A}" type="pres">
      <dgm:prSet presAssocID="{614701B0-4C77-4A33-A671-86643D5A21D8}" presName="rootConnector" presStyleLbl="node4" presStyleIdx="10" presStyleCnt="32"/>
      <dgm:spPr/>
      <dgm:t>
        <a:bodyPr/>
        <a:lstStyle/>
        <a:p>
          <a:endParaRPr lang="en-US"/>
        </a:p>
      </dgm:t>
    </dgm:pt>
    <dgm:pt modelId="{1D57B4AA-A174-4D2F-A901-E956C5E8672F}" type="pres">
      <dgm:prSet presAssocID="{614701B0-4C77-4A33-A671-86643D5A21D8}" presName="hierChild4" presStyleCnt="0"/>
      <dgm:spPr/>
    </dgm:pt>
    <dgm:pt modelId="{491A3FA2-5767-4DE4-8D46-39EA6472B9D7}" type="pres">
      <dgm:prSet presAssocID="{B44469C6-286B-43F5-9B0D-BBBD1AD3BFB8}" presName="Name35" presStyleLbl="parChTrans1D4" presStyleIdx="11" presStyleCnt="32"/>
      <dgm:spPr/>
      <dgm:t>
        <a:bodyPr/>
        <a:lstStyle/>
        <a:p>
          <a:endParaRPr lang="en-US"/>
        </a:p>
      </dgm:t>
    </dgm:pt>
    <dgm:pt modelId="{10711824-FE10-42B3-9FFB-03963D05C194}" type="pres">
      <dgm:prSet presAssocID="{008D656D-BD21-4802-A752-89E135AB9848}" presName="hierRoot2" presStyleCnt="0">
        <dgm:presLayoutVars>
          <dgm:hierBranch val="init"/>
        </dgm:presLayoutVars>
      </dgm:prSet>
      <dgm:spPr/>
    </dgm:pt>
    <dgm:pt modelId="{8FD24F11-F11E-4B68-896B-AA0C63E923E4}" type="pres">
      <dgm:prSet presAssocID="{008D656D-BD21-4802-A752-89E135AB9848}" presName="rootComposite" presStyleCnt="0"/>
      <dgm:spPr/>
    </dgm:pt>
    <dgm:pt modelId="{758DF8D5-AFFB-4396-8E7D-FD0B2B45B712}" type="pres">
      <dgm:prSet presAssocID="{008D656D-BD21-4802-A752-89E135AB9848}" presName="rootText" presStyleLbl="node4" presStyleIdx="11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9F6D5F0-D9C8-4C24-BB05-8DB28496DB4B}" type="pres">
      <dgm:prSet presAssocID="{008D656D-BD21-4802-A752-89E135AB9848}" presName="rootConnector" presStyleLbl="node4" presStyleIdx="11" presStyleCnt="32"/>
      <dgm:spPr/>
      <dgm:t>
        <a:bodyPr/>
        <a:lstStyle/>
        <a:p>
          <a:endParaRPr lang="en-US"/>
        </a:p>
      </dgm:t>
    </dgm:pt>
    <dgm:pt modelId="{87D30432-D7E4-4A98-8EAD-1EED72DAEF27}" type="pres">
      <dgm:prSet presAssocID="{008D656D-BD21-4802-A752-89E135AB9848}" presName="hierChild4" presStyleCnt="0"/>
      <dgm:spPr/>
    </dgm:pt>
    <dgm:pt modelId="{858D1AD0-9F5A-42C6-AAC9-33FCE7B9C0B8}" type="pres">
      <dgm:prSet presAssocID="{57584843-FAC8-4639-BA06-5C43F76A92B2}" presName="Name37" presStyleLbl="parChTrans1D4" presStyleIdx="12" presStyleCnt="32"/>
      <dgm:spPr/>
      <dgm:t>
        <a:bodyPr/>
        <a:lstStyle/>
        <a:p>
          <a:endParaRPr lang="pt-BR"/>
        </a:p>
      </dgm:t>
    </dgm:pt>
    <dgm:pt modelId="{6025A273-6494-460A-8C07-AA9891ECF0A5}" type="pres">
      <dgm:prSet presAssocID="{3EB2B4EB-3040-4367-8A1A-BA63B398862C}" presName="hierRoot2" presStyleCnt="0">
        <dgm:presLayoutVars>
          <dgm:hierBranch val="init"/>
        </dgm:presLayoutVars>
      </dgm:prSet>
      <dgm:spPr/>
    </dgm:pt>
    <dgm:pt modelId="{6922028E-F25B-4343-990D-E82BEDFFBAAA}" type="pres">
      <dgm:prSet presAssocID="{3EB2B4EB-3040-4367-8A1A-BA63B398862C}" presName="rootComposite" presStyleCnt="0"/>
      <dgm:spPr/>
    </dgm:pt>
    <dgm:pt modelId="{5E28DC6B-9238-47D8-B54E-F55A4BF7BBD7}" type="pres">
      <dgm:prSet presAssocID="{3EB2B4EB-3040-4367-8A1A-BA63B398862C}" presName="rootText" presStyleLbl="node4" presStyleIdx="12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FF31A68-64CF-4944-90D1-610DC56F5FC9}" type="pres">
      <dgm:prSet presAssocID="{3EB2B4EB-3040-4367-8A1A-BA63B398862C}" presName="rootConnector" presStyleLbl="node4" presStyleIdx="12" presStyleCnt="32"/>
      <dgm:spPr/>
      <dgm:t>
        <a:bodyPr/>
        <a:lstStyle/>
        <a:p>
          <a:endParaRPr lang="en-US"/>
        </a:p>
      </dgm:t>
    </dgm:pt>
    <dgm:pt modelId="{9AE16E75-4982-4122-9394-5D481D85790D}" type="pres">
      <dgm:prSet presAssocID="{3EB2B4EB-3040-4367-8A1A-BA63B398862C}" presName="hierChild4" presStyleCnt="0"/>
      <dgm:spPr/>
    </dgm:pt>
    <dgm:pt modelId="{163B3D62-E652-451C-977B-C1125B107B62}" type="pres">
      <dgm:prSet presAssocID="{3EB2B4EB-3040-4367-8A1A-BA63B398862C}" presName="hierChild5" presStyleCnt="0"/>
      <dgm:spPr/>
    </dgm:pt>
    <dgm:pt modelId="{8C43EBEC-DEC9-4FE1-A7D2-5DC54CEAB7EB}" type="pres">
      <dgm:prSet presAssocID="{35F33032-C4A7-4CB7-BC09-D64CA74CB899}" presName="Name37" presStyleLbl="parChTrans1D4" presStyleIdx="13" presStyleCnt="32"/>
      <dgm:spPr/>
      <dgm:t>
        <a:bodyPr/>
        <a:lstStyle/>
        <a:p>
          <a:endParaRPr lang="pt-BR"/>
        </a:p>
      </dgm:t>
    </dgm:pt>
    <dgm:pt modelId="{469283E2-E6DA-4012-A007-0F803803151C}" type="pres">
      <dgm:prSet presAssocID="{53F1671C-97C4-41CC-8C46-B23250A488F5}" presName="hierRoot2" presStyleCnt="0">
        <dgm:presLayoutVars>
          <dgm:hierBranch val="init"/>
        </dgm:presLayoutVars>
      </dgm:prSet>
      <dgm:spPr/>
    </dgm:pt>
    <dgm:pt modelId="{87B03935-E4E9-4568-A000-902B988B82C3}" type="pres">
      <dgm:prSet presAssocID="{53F1671C-97C4-41CC-8C46-B23250A488F5}" presName="rootComposite" presStyleCnt="0"/>
      <dgm:spPr/>
    </dgm:pt>
    <dgm:pt modelId="{11BC59F4-07BA-4111-BC9B-80CF684117D9}" type="pres">
      <dgm:prSet presAssocID="{53F1671C-97C4-41CC-8C46-B23250A488F5}" presName="rootText" presStyleLbl="node4" presStyleIdx="13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24918F4-1593-4227-8249-2784EA3EF008}" type="pres">
      <dgm:prSet presAssocID="{53F1671C-97C4-41CC-8C46-B23250A488F5}" presName="rootConnector" presStyleLbl="node4" presStyleIdx="13" presStyleCnt="32"/>
      <dgm:spPr/>
      <dgm:t>
        <a:bodyPr/>
        <a:lstStyle/>
        <a:p>
          <a:endParaRPr lang="en-US"/>
        </a:p>
      </dgm:t>
    </dgm:pt>
    <dgm:pt modelId="{C71F0C91-F586-4BF9-8C8C-64BBA4D02BEF}" type="pres">
      <dgm:prSet presAssocID="{53F1671C-97C4-41CC-8C46-B23250A488F5}" presName="hierChild4" presStyleCnt="0"/>
      <dgm:spPr/>
    </dgm:pt>
    <dgm:pt modelId="{B0C47959-7915-4078-B67E-3F57F786605F}" type="pres">
      <dgm:prSet presAssocID="{F70D94D7-ACB4-472F-B947-921E759EF4E3}" presName="Name37" presStyleLbl="parChTrans1D4" presStyleIdx="14" presStyleCnt="32"/>
      <dgm:spPr/>
      <dgm:t>
        <a:bodyPr/>
        <a:lstStyle/>
        <a:p>
          <a:endParaRPr lang="pt-BR"/>
        </a:p>
      </dgm:t>
    </dgm:pt>
    <dgm:pt modelId="{9B9C9524-BFC0-4F07-B26E-228E62C2149C}" type="pres">
      <dgm:prSet presAssocID="{91FB4710-29E5-4060-8A2D-BC6C2DEFE43D}" presName="hierRoot2" presStyleCnt="0">
        <dgm:presLayoutVars>
          <dgm:hierBranch val="init"/>
        </dgm:presLayoutVars>
      </dgm:prSet>
      <dgm:spPr/>
    </dgm:pt>
    <dgm:pt modelId="{6A363AA1-82D5-4F56-BF3E-254242050C85}" type="pres">
      <dgm:prSet presAssocID="{91FB4710-29E5-4060-8A2D-BC6C2DEFE43D}" presName="rootComposite" presStyleCnt="0"/>
      <dgm:spPr/>
    </dgm:pt>
    <dgm:pt modelId="{6A7080B9-CA27-499B-B4AD-40841BB79516}" type="pres">
      <dgm:prSet presAssocID="{91FB4710-29E5-4060-8A2D-BC6C2DEFE43D}" presName="rootText" presStyleLbl="node4" presStyleIdx="14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890DE70-5177-46E9-874F-72995C404396}" type="pres">
      <dgm:prSet presAssocID="{91FB4710-29E5-4060-8A2D-BC6C2DEFE43D}" presName="rootConnector" presStyleLbl="node4" presStyleIdx="14" presStyleCnt="32"/>
      <dgm:spPr/>
      <dgm:t>
        <a:bodyPr/>
        <a:lstStyle/>
        <a:p>
          <a:endParaRPr lang="en-US"/>
        </a:p>
      </dgm:t>
    </dgm:pt>
    <dgm:pt modelId="{447AB3AC-B96F-4B65-84CF-A24B52A33511}" type="pres">
      <dgm:prSet presAssocID="{91FB4710-29E5-4060-8A2D-BC6C2DEFE43D}" presName="hierChild4" presStyleCnt="0"/>
      <dgm:spPr/>
    </dgm:pt>
    <dgm:pt modelId="{86B70DF9-9637-43FB-A51C-ED6272F8293A}" type="pres">
      <dgm:prSet presAssocID="{91FB4710-29E5-4060-8A2D-BC6C2DEFE43D}" presName="hierChild5" presStyleCnt="0"/>
      <dgm:spPr/>
    </dgm:pt>
    <dgm:pt modelId="{ECD8D786-FAF3-4336-9D17-C4EDC8F00959}" type="pres">
      <dgm:prSet presAssocID="{53F1671C-97C4-41CC-8C46-B23250A488F5}" presName="hierChild5" presStyleCnt="0"/>
      <dgm:spPr/>
    </dgm:pt>
    <dgm:pt modelId="{EA073D68-4002-4460-B978-BC56D8DD9833}" type="pres">
      <dgm:prSet presAssocID="{4B21AF66-EC61-44F1-9B3A-D49825E37853}" presName="Name37" presStyleLbl="parChTrans1D4" presStyleIdx="15" presStyleCnt="32"/>
      <dgm:spPr/>
      <dgm:t>
        <a:bodyPr/>
        <a:lstStyle/>
        <a:p>
          <a:endParaRPr lang="pt-BR"/>
        </a:p>
      </dgm:t>
    </dgm:pt>
    <dgm:pt modelId="{261D89BC-077F-4AF0-ACFA-EFEF8DA0D000}" type="pres">
      <dgm:prSet presAssocID="{55A210C0-A6C8-41EB-A915-88BEE247AE5A}" presName="hierRoot2" presStyleCnt="0">
        <dgm:presLayoutVars>
          <dgm:hierBranch val="init"/>
        </dgm:presLayoutVars>
      </dgm:prSet>
      <dgm:spPr/>
    </dgm:pt>
    <dgm:pt modelId="{13CD9019-A747-4F29-9059-45C1037AE0C8}" type="pres">
      <dgm:prSet presAssocID="{55A210C0-A6C8-41EB-A915-88BEE247AE5A}" presName="rootComposite" presStyleCnt="0"/>
      <dgm:spPr/>
    </dgm:pt>
    <dgm:pt modelId="{BA7DD77B-8CB9-4B9E-9A8D-77A355B9CF45}" type="pres">
      <dgm:prSet presAssocID="{55A210C0-A6C8-41EB-A915-88BEE247AE5A}" presName="rootText" presStyleLbl="node4" presStyleIdx="15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CA7EBE7-8230-467F-90B9-F0745D625892}" type="pres">
      <dgm:prSet presAssocID="{55A210C0-A6C8-41EB-A915-88BEE247AE5A}" presName="rootConnector" presStyleLbl="node4" presStyleIdx="15" presStyleCnt="32"/>
      <dgm:spPr/>
      <dgm:t>
        <a:bodyPr/>
        <a:lstStyle/>
        <a:p>
          <a:endParaRPr lang="en-US"/>
        </a:p>
      </dgm:t>
    </dgm:pt>
    <dgm:pt modelId="{7D5AE0BB-4FC9-4E4F-BFAD-C4245D2BBFE8}" type="pres">
      <dgm:prSet presAssocID="{55A210C0-A6C8-41EB-A915-88BEE247AE5A}" presName="hierChild4" presStyleCnt="0"/>
      <dgm:spPr/>
    </dgm:pt>
    <dgm:pt modelId="{4809AD35-4BAB-4023-9C9D-94B0A6CE6576}" type="pres">
      <dgm:prSet presAssocID="{59B6929A-2BF2-41B8-92E0-BD0C387DAA53}" presName="Name37" presStyleLbl="parChTrans1D4" presStyleIdx="16" presStyleCnt="32"/>
      <dgm:spPr/>
      <dgm:t>
        <a:bodyPr/>
        <a:lstStyle/>
        <a:p>
          <a:endParaRPr lang="pt-BR"/>
        </a:p>
      </dgm:t>
    </dgm:pt>
    <dgm:pt modelId="{8205BBFE-6080-4F8B-B226-0183F2FE0465}" type="pres">
      <dgm:prSet presAssocID="{AD338763-D230-4129-B5D1-8F0649B7D3E8}" presName="hierRoot2" presStyleCnt="0">
        <dgm:presLayoutVars>
          <dgm:hierBranch val="init"/>
        </dgm:presLayoutVars>
      </dgm:prSet>
      <dgm:spPr/>
    </dgm:pt>
    <dgm:pt modelId="{05FEA34A-2A33-439F-A176-2B6BCAC8313C}" type="pres">
      <dgm:prSet presAssocID="{AD338763-D230-4129-B5D1-8F0649B7D3E8}" presName="rootComposite" presStyleCnt="0"/>
      <dgm:spPr/>
    </dgm:pt>
    <dgm:pt modelId="{D17725E8-9C12-41A1-A2C9-FD4A8D671B67}" type="pres">
      <dgm:prSet presAssocID="{AD338763-D230-4129-B5D1-8F0649B7D3E8}" presName="rootText" presStyleLbl="node4" presStyleIdx="16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778221B-623B-46B0-8E59-DB109EE36590}" type="pres">
      <dgm:prSet presAssocID="{AD338763-D230-4129-B5D1-8F0649B7D3E8}" presName="rootConnector" presStyleLbl="node4" presStyleIdx="16" presStyleCnt="32"/>
      <dgm:spPr/>
      <dgm:t>
        <a:bodyPr/>
        <a:lstStyle/>
        <a:p>
          <a:endParaRPr lang="en-US"/>
        </a:p>
      </dgm:t>
    </dgm:pt>
    <dgm:pt modelId="{B7C7737D-DF46-49AD-9101-6613CFB2D8D8}" type="pres">
      <dgm:prSet presAssocID="{AD338763-D230-4129-B5D1-8F0649B7D3E8}" presName="hierChild4" presStyleCnt="0"/>
      <dgm:spPr/>
    </dgm:pt>
    <dgm:pt modelId="{5D4205E8-9613-48BC-AFA6-5E6459688458}" type="pres">
      <dgm:prSet presAssocID="{AD338763-D230-4129-B5D1-8F0649B7D3E8}" presName="hierChild5" presStyleCnt="0"/>
      <dgm:spPr/>
    </dgm:pt>
    <dgm:pt modelId="{17831194-BFC0-4F61-9169-30A648E082A1}" type="pres">
      <dgm:prSet presAssocID="{55A210C0-A6C8-41EB-A915-88BEE247AE5A}" presName="hierChild5" presStyleCnt="0"/>
      <dgm:spPr/>
    </dgm:pt>
    <dgm:pt modelId="{04DD179D-30B9-4DC3-BB7D-9C25FB1AD2E7}" type="pres">
      <dgm:prSet presAssocID="{008D656D-BD21-4802-A752-89E135AB9848}" presName="hierChild5" presStyleCnt="0"/>
      <dgm:spPr/>
    </dgm:pt>
    <dgm:pt modelId="{8FC1E76F-BFA0-4119-BB92-6A4051C19520}" type="pres">
      <dgm:prSet presAssocID="{7988986B-96C6-4B88-A35B-5CA46790F801}" presName="Name35" presStyleLbl="parChTrans1D4" presStyleIdx="17" presStyleCnt="32"/>
      <dgm:spPr/>
      <dgm:t>
        <a:bodyPr/>
        <a:lstStyle/>
        <a:p>
          <a:endParaRPr lang="en-US"/>
        </a:p>
      </dgm:t>
    </dgm:pt>
    <dgm:pt modelId="{4CD281C6-F8C8-4CE5-89AA-6C6570DAB33A}" type="pres">
      <dgm:prSet presAssocID="{B258EA49-8C58-4D5B-8885-371042CADB7B}" presName="hierRoot2" presStyleCnt="0">
        <dgm:presLayoutVars>
          <dgm:hierBranch val="init"/>
        </dgm:presLayoutVars>
      </dgm:prSet>
      <dgm:spPr/>
    </dgm:pt>
    <dgm:pt modelId="{4B104C94-6595-458F-A1C4-5F13A507521C}" type="pres">
      <dgm:prSet presAssocID="{B258EA49-8C58-4D5B-8885-371042CADB7B}" presName="rootComposite" presStyleCnt="0"/>
      <dgm:spPr/>
    </dgm:pt>
    <dgm:pt modelId="{DCB159AA-E31C-4D59-BC83-3848CFE0B6AA}" type="pres">
      <dgm:prSet presAssocID="{B258EA49-8C58-4D5B-8885-371042CADB7B}" presName="rootText" presStyleLbl="node4" presStyleIdx="17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94BDD09-8C92-4561-9CDA-09CDDF3DB91B}" type="pres">
      <dgm:prSet presAssocID="{B258EA49-8C58-4D5B-8885-371042CADB7B}" presName="rootConnector" presStyleLbl="node4" presStyleIdx="17" presStyleCnt="32"/>
      <dgm:spPr/>
      <dgm:t>
        <a:bodyPr/>
        <a:lstStyle/>
        <a:p>
          <a:endParaRPr lang="en-US"/>
        </a:p>
      </dgm:t>
    </dgm:pt>
    <dgm:pt modelId="{F0E82A5F-3DBD-4B3F-8867-3B60DBB49D3D}" type="pres">
      <dgm:prSet presAssocID="{B258EA49-8C58-4D5B-8885-371042CADB7B}" presName="hierChild4" presStyleCnt="0"/>
      <dgm:spPr/>
    </dgm:pt>
    <dgm:pt modelId="{CA1BE1B4-7151-4495-BD9F-3F0B5268D87A}" type="pres">
      <dgm:prSet presAssocID="{D3274829-E93E-49DC-8AE0-6F213EA0CDE6}" presName="Name37" presStyleLbl="parChTrans1D4" presStyleIdx="18" presStyleCnt="32"/>
      <dgm:spPr/>
      <dgm:t>
        <a:bodyPr/>
        <a:lstStyle/>
        <a:p>
          <a:endParaRPr lang="pt-BR"/>
        </a:p>
      </dgm:t>
    </dgm:pt>
    <dgm:pt modelId="{5B587FE0-4D03-4F1A-B8E3-276C634110A3}" type="pres">
      <dgm:prSet presAssocID="{D901BE47-2869-4B8F-AFC7-61C60FB26ECB}" presName="hierRoot2" presStyleCnt="0">
        <dgm:presLayoutVars>
          <dgm:hierBranch val="init"/>
        </dgm:presLayoutVars>
      </dgm:prSet>
      <dgm:spPr/>
    </dgm:pt>
    <dgm:pt modelId="{C0B1F2FF-4DC6-49D2-825E-09512E45E1EB}" type="pres">
      <dgm:prSet presAssocID="{D901BE47-2869-4B8F-AFC7-61C60FB26ECB}" presName="rootComposite" presStyleCnt="0"/>
      <dgm:spPr/>
    </dgm:pt>
    <dgm:pt modelId="{85F4337B-2140-41FC-A959-5F917779039C}" type="pres">
      <dgm:prSet presAssocID="{D901BE47-2869-4B8F-AFC7-61C60FB26ECB}" presName="rootText" presStyleLbl="node4" presStyleIdx="18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C224E2-A1AB-489A-9E51-41F63B9D9C30}" type="pres">
      <dgm:prSet presAssocID="{D901BE47-2869-4B8F-AFC7-61C60FB26ECB}" presName="rootConnector" presStyleLbl="node4" presStyleIdx="18" presStyleCnt="32"/>
      <dgm:spPr/>
      <dgm:t>
        <a:bodyPr/>
        <a:lstStyle/>
        <a:p>
          <a:endParaRPr lang="en-US"/>
        </a:p>
      </dgm:t>
    </dgm:pt>
    <dgm:pt modelId="{F7D9C244-B183-48DC-96DF-32C13F4619CB}" type="pres">
      <dgm:prSet presAssocID="{D901BE47-2869-4B8F-AFC7-61C60FB26ECB}" presName="hierChild4" presStyleCnt="0"/>
      <dgm:spPr/>
    </dgm:pt>
    <dgm:pt modelId="{F13AD08E-16BF-4AAB-AE0B-683B7ABDACCD}" type="pres">
      <dgm:prSet presAssocID="{D901BE47-2869-4B8F-AFC7-61C60FB26ECB}" presName="hierChild5" presStyleCnt="0"/>
      <dgm:spPr/>
    </dgm:pt>
    <dgm:pt modelId="{A54FB7F8-CAC5-4DC7-935E-ADCA91615EE2}" type="pres">
      <dgm:prSet presAssocID="{6444539E-2335-468D-A66D-1215DB4EDF5C}" presName="Name37" presStyleLbl="parChTrans1D4" presStyleIdx="19" presStyleCnt="32"/>
      <dgm:spPr/>
      <dgm:t>
        <a:bodyPr/>
        <a:lstStyle/>
        <a:p>
          <a:endParaRPr lang="pt-BR"/>
        </a:p>
      </dgm:t>
    </dgm:pt>
    <dgm:pt modelId="{975C71B7-3E12-457C-8453-990A999CA65B}" type="pres">
      <dgm:prSet presAssocID="{176FD5C2-AD20-4FBC-ADFE-8B1FD941FCE1}" presName="hierRoot2" presStyleCnt="0">
        <dgm:presLayoutVars>
          <dgm:hierBranch val="init"/>
        </dgm:presLayoutVars>
      </dgm:prSet>
      <dgm:spPr/>
    </dgm:pt>
    <dgm:pt modelId="{1DC51CB7-646A-423D-9070-6820036C9285}" type="pres">
      <dgm:prSet presAssocID="{176FD5C2-AD20-4FBC-ADFE-8B1FD941FCE1}" presName="rootComposite" presStyleCnt="0"/>
      <dgm:spPr/>
    </dgm:pt>
    <dgm:pt modelId="{E2B854A1-732A-47B5-AB14-D32EB319AA6F}" type="pres">
      <dgm:prSet presAssocID="{176FD5C2-AD20-4FBC-ADFE-8B1FD941FCE1}" presName="rootText" presStyleLbl="node4" presStyleIdx="19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43951BE-BF46-4049-B5FE-B0DADEBFC1B1}" type="pres">
      <dgm:prSet presAssocID="{176FD5C2-AD20-4FBC-ADFE-8B1FD941FCE1}" presName="rootConnector" presStyleLbl="node4" presStyleIdx="19" presStyleCnt="32"/>
      <dgm:spPr/>
      <dgm:t>
        <a:bodyPr/>
        <a:lstStyle/>
        <a:p>
          <a:endParaRPr lang="en-US"/>
        </a:p>
      </dgm:t>
    </dgm:pt>
    <dgm:pt modelId="{3ECF7EB2-4B4B-4C0D-87E4-482A55FA1C88}" type="pres">
      <dgm:prSet presAssocID="{176FD5C2-AD20-4FBC-ADFE-8B1FD941FCE1}" presName="hierChild4" presStyleCnt="0"/>
      <dgm:spPr/>
    </dgm:pt>
    <dgm:pt modelId="{A2D46629-07C3-4AD1-BD92-EDF680FCC873}" type="pres">
      <dgm:prSet presAssocID="{67231EB7-F86E-4C12-801A-F4E164D03C3B}" presName="Name37" presStyleLbl="parChTrans1D4" presStyleIdx="20" presStyleCnt="32"/>
      <dgm:spPr/>
      <dgm:t>
        <a:bodyPr/>
        <a:lstStyle/>
        <a:p>
          <a:endParaRPr lang="pt-BR"/>
        </a:p>
      </dgm:t>
    </dgm:pt>
    <dgm:pt modelId="{43211B73-6609-470D-9896-3C9AF6E8DB83}" type="pres">
      <dgm:prSet presAssocID="{65085E1C-9E70-4C8F-AB97-357D5BE733F4}" presName="hierRoot2" presStyleCnt="0">
        <dgm:presLayoutVars>
          <dgm:hierBranch val="init"/>
        </dgm:presLayoutVars>
      </dgm:prSet>
      <dgm:spPr/>
    </dgm:pt>
    <dgm:pt modelId="{2E1E1F57-04F6-4EB2-B509-E770626601F5}" type="pres">
      <dgm:prSet presAssocID="{65085E1C-9E70-4C8F-AB97-357D5BE733F4}" presName="rootComposite" presStyleCnt="0"/>
      <dgm:spPr/>
    </dgm:pt>
    <dgm:pt modelId="{B987A7FC-AB55-43B4-8AA7-7D4422ABAC41}" type="pres">
      <dgm:prSet presAssocID="{65085E1C-9E70-4C8F-AB97-357D5BE733F4}" presName="rootText" presStyleLbl="node4" presStyleIdx="20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593173-DECB-4F51-AC89-88AC1AE54265}" type="pres">
      <dgm:prSet presAssocID="{65085E1C-9E70-4C8F-AB97-357D5BE733F4}" presName="rootConnector" presStyleLbl="node4" presStyleIdx="20" presStyleCnt="32"/>
      <dgm:spPr/>
      <dgm:t>
        <a:bodyPr/>
        <a:lstStyle/>
        <a:p>
          <a:endParaRPr lang="en-US"/>
        </a:p>
      </dgm:t>
    </dgm:pt>
    <dgm:pt modelId="{7B8E8447-DDB7-41FB-A408-47FC771B29F2}" type="pres">
      <dgm:prSet presAssocID="{65085E1C-9E70-4C8F-AB97-357D5BE733F4}" presName="hierChild4" presStyleCnt="0"/>
      <dgm:spPr/>
    </dgm:pt>
    <dgm:pt modelId="{381B2188-ECCF-4498-B147-0163A82CE82B}" type="pres">
      <dgm:prSet presAssocID="{65085E1C-9E70-4C8F-AB97-357D5BE733F4}" presName="hierChild5" presStyleCnt="0"/>
      <dgm:spPr/>
    </dgm:pt>
    <dgm:pt modelId="{33CF1646-A956-404F-8DE2-B0579484B80F}" type="pres">
      <dgm:prSet presAssocID="{10C24615-16E9-4472-8330-0E56F0608890}" presName="Name37" presStyleLbl="parChTrans1D4" presStyleIdx="21" presStyleCnt="32"/>
      <dgm:spPr/>
      <dgm:t>
        <a:bodyPr/>
        <a:lstStyle/>
        <a:p>
          <a:endParaRPr lang="pt-BR"/>
        </a:p>
      </dgm:t>
    </dgm:pt>
    <dgm:pt modelId="{50A33337-953E-452F-8FAF-9BB78744818B}" type="pres">
      <dgm:prSet presAssocID="{7212FA2C-F776-4CE1-9FEF-E579C9E8BDBD}" presName="hierRoot2" presStyleCnt="0">
        <dgm:presLayoutVars>
          <dgm:hierBranch val="init"/>
        </dgm:presLayoutVars>
      </dgm:prSet>
      <dgm:spPr/>
    </dgm:pt>
    <dgm:pt modelId="{111F75C8-49DB-4C4C-AB36-541D973F7EBD}" type="pres">
      <dgm:prSet presAssocID="{7212FA2C-F776-4CE1-9FEF-E579C9E8BDBD}" presName="rootComposite" presStyleCnt="0"/>
      <dgm:spPr/>
    </dgm:pt>
    <dgm:pt modelId="{80864FB1-E479-44B9-927C-78DEC5B7C8BD}" type="pres">
      <dgm:prSet presAssocID="{7212FA2C-F776-4CE1-9FEF-E579C9E8BDBD}" presName="rootText" presStyleLbl="node4" presStyleIdx="21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E469BA-A720-499C-9243-0B358CA65056}" type="pres">
      <dgm:prSet presAssocID="{7212FA2C-F776-4CE1-9FEF-E579C9E8BDBD}" presName="rootConnector" presStyleLbl="node4" presStyleIdx="21" presStyleCnt="32"/>
      <dgm:spPr/>
      <dgm:t>
        <a:bodyPr/>
        <a:lstStyle/>
        <a:p>
          <a:endParaRPr lang="en-US"/>
        </a:p>
      </dgm:t>
    </dgm:pt>
    <dgm:pt modelId="{A1E0D080-EF0E-424A-B87F-26066D058A82}" type="pres">
      <dgm:prSet presAssocID="{7212FA2C-F776-4CE1-9FEF-E579C9E8BDBD}" presName="hierChild4" presStyleCnt="0"/>
      <dgm:spPr/>
    </dgm:pt>
    <dgm:pt modelId="{A2799EF7-A626-45D1-865D-545FCD05521C}" type="pres">
      <dgm:prSet presAssocID="{226188D8-AC8C-4DF0-8B18-D9E5EDBE85E1}" presName="Name37" presStyleLbl="parChTrans1D4" presStyleIdx="22" presStyleCnt="32"/>
      <dgm:spPr/>
      <dgm:t>
        <a:bodyPr/>
        <a:lstStyle/>
        <a:p>
          <a:endParaRPr lang="pt-BR"/>
        </a:p>
      </dgm:t>
    </dgm:pt>
    <dgm:pt modelId="{FFBE6AF5-DDED-478F-A195-29C718C4D9B3}" type="pres">
      <dgm:prSet presAssocID="{823E6356-90B5-4FF7-9EC3-DA40F3BF0835}" presName="hierRoot2" presStyleCnt="0">
        <dgm:presLayoutVars>
          <dgm:hierBranch val="init"/>
        </dgm:presLayoutVars>
      </dgm:prSet>
      <dgm:spPr/>
    </dgm:pt>
    <dgm:pt modelId="{92D0E208-319C-40ED-9DF7-6CCDE32423F6}" type="pres">
      <dgm:prSet presAssocID="{823E6356-90B5-4FF7-9EC3-DA40F3BF0835}" presName="rootComposite" presStyleCnt="0"/>
      <dgm:spPr/>
    </dgm:pt>
    <dgm:pt modelId="{DAEB680B-A056-440B-B3FA-F1D80C0CC3DC}" type="pres">
      <dgm:prSet presAssocID="{823E6356-90B5-4FF7-9EC3-DA40F3BF0835}" presName="rootText" presStyleLbl="node4" presStyleIdx="22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456E91B-C1EE-432C-90A9-070E98BF9DE1}" type="pres">
      <dgm:prSet presAssocID="{823E6356-90B5-4FF7-9EC3-DA40F3BF0835}" presName="rootConnector" presStyleLbl="node4" presStyleIdx="22" presStyleCnt="32"/>
      <dgm:spPr/>
      <dgm:t>
        <a:bodyPr/>
        <a:lstStyle/>
        <a:p>
          <a:endParaRPr lang="en-US"/>
        </a:p>
      </dgm:t>
    </dgm:pt>
    <dgm:pt modelId="{56FC553A-F0CE-4D51-B9E2-4F67E9F93925}" type="pres">
      <dgm:prSet presAssocID="{823E6356-90B5-4FF7-9EC3-DA40F3BF0835}" presName="hierChild4" presStyleCnt="0"/>
      <dgm:spPr/>
    </dgm:pt>
    <dgm:pt modelId="{7C72C2DD-62B0-47EA-881C-6E203B2BD2B7}" type="pres">
      <dgm:prSet presAssocID="{823E6356-90B5-4FF7-9EC3-DA40F3BF0835}" presName="hierChild5" presStyleCnt="0"/>
      <dgm:spPr/>
    </dgm:pt>
    <dgm:pt modelId="{EBC9C516-DAA3-4AB6-A492-A32687458055}" type="pres">
      <dgm:prSet presAssocID="{7212FA2C-F776-4CE1-9FEF-E579C9E8BDBD}" presName="hierChild5" presStyleCnt="0"/>
      <dgm:spPr/>
    </dgm:pt>
    <dgm:pt modelId="{B9D630D1-B992-4D8F-AE5A-FAB4B923A00F}" type="pres">
      <dgm:prSet presAssocID="{176FD5C2-AD20-4FBC-ADFE-8B1FD941FCE1}" presName="hierChild5" presStyleCnt="0"/>
      <dgm:spPr/>
    </dgm:pt>
    <dgm:pt modelId="{20866C94-33A0-4AC0-9CD1-D730AA6B6972}" type="pres">
      <dgm:prSet presAssocID="{B258EA49-8C58-4D5B-8885-371042CADB7B}" presName="hierChild5" presStyleCnt="0"/>
      <dgm:spPr/>
    </dgm:pt>
    <dgm:pt modelId="{3CD8F45F-8B51-4F2C-8783-7E096659E863}" type="pres">
      <dgm:prSet presAssocID="{614701B0-4C77-4A33-A671-86643D5A21D8}" presName="hierChild5" presStyleCnt="0"/>
      <dgm:spPr/>
    </dgm:pt>
    <dgm:pt modelId="{8444AD74-08DB-4E48-B85A-09FD31AD0FC1}" type="pres">
      <dgm:prSet presAssocID="{44D0B21D-AFCF-4322-90A3-E92B0B157031}" presName="hierChild5" presStyleCnt="0"/>
      <dgm:spPr/>
    </dgm:pt>
    <dgm:pt modelId="{53E374D5-A256-4295-BB7F-E0784268504D}" type="pres">
      <dgm:prSet presAssocID="{020CB994-1A97-4425-B8A2-3D73A01306CF}" presName="Name37" presStyleLbl="parChTrans1D4" presStyleIdx="23" presStyleCnt="32"/>
      <dgm:spPr/>
      <dgm:t>
        <a:bodyPr/>
        <a:lstStyle/>
        <a:p>
          <a:endParaRPr lang="en-US"/>
        </a:p>
      </dgm:t>
    </dgm:pt>
    <dgm:pt modelId="{2E1BB67D-1230-4534-B971-B3D7DE9EBAA6}" type="pres">
      <dgm:prSet presAssocID="{18A8006F-1283-48E7-BCC0-8C2CFD3459C1}" presName="hierRoot2" presStyleCnt="0">
        <dgm:presLayoutVars>
          <dgm:hierBranch/>
        </dgm:presLayoutVars>
      </dgm:prSet>
      <dgm:spPr/>
    </dgm:pt>
    <dgm:pt modelId="{B62BF3AB-D4C6-43CB-8012-A142174B582E}" type="pres">
      <dgm:prSet presAssocID="{18A8006F-1283-48E7-BCC0-8C2CFD3459C1}" presName="rootComposite" presStyleCnt="0"/>
      <dgm:spPr/>
    </dgm:pt>
    <dgm:pt modelId="{EDBC256A-8000-43E4-A0B6-81DDE8FA9D7A}" type="pres">
      <dgm:prSet presAssocID="{18A8006F-1283-48E7-BCC0-8C2CFD3459C1}" presName="rootText" presStyleLbl="node4" presStyleIdx="23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A20FF96-D5A2-4899-B65F-D4364136E9E1}" type="pres">
      <dgm:prSet presAssocID="{18A8006F-1283-48E7-BCC0-8C2CFD3459C1}" presName="rootConnector" presStyleLbl="node4" presStyleIdx="23" presStyleCnt="32"/>
      <dgm:spPr/>
      <dgm:t>
        <a:bodyPr/>
        <a:lstStyle/>
        <a:p>
          <a:endParaRPr lang="en-US"/>
        </a:p>
      </dgm:t>
    </dgm:pt>
    <dgm:pt modelId="{3D388558-EE6D-468F-8831-86B804BCE7F3}" type="pres">
      <dgm:prSet presAssocID="{18A8006F-1283-48E7-BCC0-8C2CFD3459C1}" presName="hierChild4" presStyleCnt="0"/>
      <dgm:spPr/>
    </dgm:pt>
    <dgm:pt modelId="{92806484-EB0C-400A-BDD3-7B67353902C8}" type="pres">
      <dgm:prSet presAssocID="{88100CC3-E681-4BDD-B6CE-A2F4417DA818}" presName="Name35" presStyleLbl="parChTrans1D4" presStyleIdx="24" presStyleCnt="32"/>
      <dgm:spPr/>
      <dgm:t>
        <a:bodyPr/>
        <a:lstStyle/>
        <a:p>
          <a:endParaRPr lang="pt-BR"/>
        </a:p>
      </dgm:t>
    </dgm:pt>
    <dgm:pt modelId="{C0624D9F-3C4B-4A47-A383-A3FFEF17B0AE}" type="pres">
      <dgm:prSet presAssocID="{D279674B-4F7B-49AE-8B7E-6B6FE83B0EEA}" presName="hierRoot2" presStyleCnt="0">
        <dgm:presLayoutVars>
          <dgm:hierBranch val="init"/>
        </dgm:presLayoutVars>
      </dgm:prSet>
      <dgm:spPr/>
    </dgm:pt>
    <dgm:pt modelId="{74030FBD-5B46-48C2-96CA-BE39A1D0F3BC}" type="pres">
      <dgm:prSet presAssocID="{D279674B-4F7B-49AE-8B7E-6B6FE83B0EEA}" presName="rootComposite" presStyleCnt="0"/>
      <dgm:spPr/>
    </dgm:pt>
    <dgm:pt modelId="{FA088430-B1E8-48A5-A98E-4CEFCA4676CF}" type="pres">
      <dgm:prSet presAssocID="{D279674B-4F7B-49AE-8B7E-6B6FE83B0EEA}" presName="rootText" presStyleLbl="node4" presStyleIdx="24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5489A1-B813-435E-A101-5CFB2D66A309}" type="pres">
      <dgm:prSet presAssocID="{D279674B-4F7B-49AE-8B7E-6B6FE83B0EEA}" presName="rootConnector" presStyleLbl="node4" presStyleIdx="24" presStyleCnt="32"/>
      <dgm:spPr/>
      <dgm:t>
        <a:bodyPr/>
        <a:lstStyle/>
        <a:p>
          <a:endParaRPr lang="en-US"/>
        </a:p>
      </dgm:t>
    </dgm:pt>
    <dgm:pt modelId="{7C5B5A3D-812E-42D5-9BCC-8BE7B483ECC0}" type="pres">
      <dgm:prSet presAssocID="{D279674B-4F7B-49AE-8B7E-6B6FE83B0EEA}" presName="hierChild4" presStyleCnt="0"/>
      <dgm:spPr/>
    </dgm:pt>
    <dgm:pt modelId="{21F43C4D-41BC-4C56-947B-76805AF4E945}" type="pres">
      <dgm:prSet presAssocID="{D279674B-4F7B-49AE-8B7E-6B6FE83B0EEA}" presName="hierChild5" presStyleCnt="0"/>
      <dgm:spPr/>
    </dgm:pt>
    <dgm:pt modelId="{FC2B7F5C-74CD-4A13-8891-590BFBD6289E}" type="pres">
      <dgm:prSet presAssocID="{F466B659-1978-4CFA-A248-C3BF543389CF}" presName="Name35" presStyleLbl="parChTrans1D4" presStyleIdx="25" presStyleCnt="32"/>
      <dgm:spPr/>
      <dgm:t>
        <a:bodyPr/>
        <a:lstStyle/>
        <a:p>
          <a:endParaRPr lang="pt-BR"/>
        </a:p>
      </dgm:t>
    </dgm:pt>
    <dgm:pt modelId="{DD5130A5-BBAE-4306-89F0-BA7CE4061717}" type="pres">
      <dgm:prSet presAssocID="{C34D5425-4A74-45F7-8A38-E937007B9358}" presName="hierRoot2" presStyleCnt="0">
        <dgm:presLayoutVars>
          <dgm:hierBranch val="init"/>
        </dgm:presLayoutVars>
      </dgm:prSet>
      <dgm:spPr/>
    </dgm:pt>
    <dgm:pt modelId="{1F3683A7-0D59-4172-B5DF-675BFE52F9FB}" type="pres">
      <dgm:prSet presAssocID="{C34D5425-4A74-45F7-8A38-E937007B9358}" presName="rootComposite" presStyleCnt="0"/>
      <dgm:spPr/>
    </dgm:pt>
    <dgm:pt modelId="{A285251E-F6ED-4B62-834D-40223FD11BF7}" type="pres">
      <dgm:prSet presAssocID="{C34D5425-4A74-45F7-8A38-E937007B9358}" presName="rootText" presStyleLbl="node4" presStyleIdx="25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B5B036A-A4CF-41B2-991D-5A7D02FBCCF9}" type="pres">
      <dgm:prSet presAssocID="{C34D5425-4A74-45F7-8A38-E937007B9358}" presName="rootConnector" presStyleLbl="node4" presStyleIdx="25" presStyleCnt="32"/>
      <dgm:spPr/>
      <dgm:t>
        <a:bodyPr/>
        <a:lstStyle/>
        <a:p>
          <a:endParaRPr lang="en-US"/>
        </a:p>
      </dgm:t>
    </dgm:pt>
    <dgm:pt modelId="{CF1E537F-F82C-4683-80E8-26D857C66277}" type="pres">
      <dgm:prSet presAssocID="{C34D5425-4A74-45F7-8A38-E937007B9358}" presName="hierChild4" presStyleCnt="0"/>
      <dgm:spPr/>
    </dgm:pt>
    <dgm:pt modelId="{C3E60074-9DCB-4B99-AB9D-2B7DDD63FE8F}" type="pres">
      <dgm:prSet presAssocID="{54F2B31A-F193-47D5-93EE-D2C5C8580643}" presName="Name37" presStyleLbl="parChTrans1D4" presStyleIdx="26" presStyleCnt="32"/>
      <dgm:spPr/>
      <dgm:t>
        <a:bodyPr/>
        <a:lstStyle/>
        <a:p>
          <a:endParaRPr lang="pt-BR"/>
        </a:p>
      </dgm:t>
    </dgm:pt>
    <dgm:pt modelId="{3BDF8529-1E3B-41A6-ABCC-9F49E8EE44E3}" type="pres">
      <dgm:prSet presAssocID="{B537FBCF-B3C3-4C37-B023-AF1E1C27BE03}" presName="hierRoot2" presStyleCnt="0">
        <dgm:presLayoutVars>
          <dgm:hierBranch val="init"/>
        </dgm:presLayoutVars>
      </dgm:prSet>
      <dgm:spPr/>
    </dgm:pt>
    <dgm:pt modelId="{72341F41-6BFE-4A26-98DB-05E9F00EA9E6}" type="pres">
      <dgm:prSet presAssocID="{B537FBCF-B3C3-4C37-B023-AF1E1C27BE03}" presName="rootComposite" presStyleCnt="0"/>
      <dgm:spPr/>
    </dgm:pt>
    <dgm:pt modelId="{5A584D54-BA34-4F37-82BB-EFF47EA47307}" type="pres">
      <dgm:prSet presAssocID="{B537FBCF-B3C3-4C37-B023-AF1E1C27BE03}" presName="rootText" presStyleLbl="node4" presStyleIdx="26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13A91D-FF3B-4FE0-AB22-DE69E97B8DE7}" type="pres">
      <dgm:prSet presAssocID="{B537FBCF-B3C3-4C37-B023-AF1E1C27BE03}" presName="rootConnector" presStyleLbl="node4" presStyleIdx="26" presStyleCnt="32"/>
      <dgm:spPr/>
      <dgm:t>
        <a:bodyPr/>
        <a:lstStyle/>
        <a:p>
          <a:endParaRPr lang="en-US"/>
        </a:p>
      </dgm:t>
    </dgm:pt>
    <dgm:pt modelId="{96DC5BA9-2802-4A72-AF48-12D7A0F71584}" type="pres">
      <dgm:prSet presAssocID="{B537FBCF-B3C3-4C37-B023-AF1E1C27BE03}" presName="hierChild4" presStyleCnt="0"/>
      <dgm:spPr/>
    </dgm:pt>
    <dgm:pt modelId="{801554F4-1B7A-4420-A50C-461CB3CC28A3}" type="pres">
      <dgm:prSet presAssocID="{B537FBCF-B3C3-4C37-B023-AF1E1C27BE03}" presName="hierChild5" presStyleCnt="0"/>
      <dgm:spPr/>
    </dgm:pt>
    <dgm:pt modelId="{1F330749-8C06-40C3-BF14-2CB1F55E3BB2}" type="pres">
      <dgm:prSet presAssocID="{E46AF88F-55D1-425E-9A11-5A61063788F0}" presName="Name37" presStyleLbl="parChTrans1D4" presStyleIdx="27" presStyleCnt="32"/>
      <dgm:spPr/>
      <dgm:t>
        <a:bodyPr/>
        <a:lstStyle/>
        <a:p>
          <a:endParaRPr lang="pt-BR"/>
        </a:p>
      </dgm:t>
    </dgm:pt>
    <dgm:pt modelId="{D1D5F0EE-8D86-47B4-BC41-81AF2CDB0F8B}" type="pres">
      <dgm:prSet presAssocID="{CE2025C8-B3D6-4AF3-9401-DE5127EB6153}" presName="hierRoot2" presStyleCnt="0">
        <dgm:presLayoutVars>
          <dgm:hierBranch val="init"/>
        </dgm:presLayoutVars>
      </dgm:prSet>
      <dgm:spPr/>
    </dgm:pt>
    <dgm:pt modelId="{1844D557-A360-4633-A703-F454BBA67BE9}" type="pres">
      <dgm:prSet presAssocID="{CE2025C8-B3D6-4AF3-9401-DE5127EB6153}" presName="rootComposite" presStyleCnt="0"/>
      <dgm:spPr/>
    </dgm:pt>
    <dgm:pt modelId="{815B0A8D-E4F3-4100-8BB5-8549809ECD99}" type="pres">
      <dgm:prSet presAssocID="{CE2025C8-B3D6-4AF3-9401-DE5127EB6153}" presName="rootText" presStyleLbl="node4" presStyleIdx="27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6D47007-5DFC-4730-858A-C814462D81BB}" type="pres">
      <dgm:prSet presAssocID="{CE2025C8-B3D6-4AF3-9401-DE5127EB6153}" presName="rootConnector" presStyleLbl="node4" presStyleIdx="27" presStyleCnt="32"/>
      <dgm:spPr/>
      <dgm:t>
        <a:bodyPr/>
        <a:lstStyle/>
        <a:p>
          <a:endParaRPr lang="en-US"/>
        </a:p>
      </dgm:t>
    </dgm:pt>
    <dgm:pt modelId="{D1EBAB7B-D9E2-47E6-9825-9FEE2107A39B}" type="pres">
      <dgm:prSet presAssocID="{CE2025C8-B3D6-4AF3-9401-DE5127EB6153}" presName="hierChild4" presStyleCnt="0"/>
      <dgm:spPr/>
    </dgm:pt>
    <dgm:pt modelId="{D4FFF035-A123-47DF-96A2-3AA456E29EE1}" type="pres">
      <dgm:prSet presAssocID="{41F070B9-C134-4CF3-BF4C-3DF35F2E26D1}" presName="Name37" presStyleLbl="parChTrans1D4" presStyleIdx="28" presStyleCnt="32"/>
      <dgm:spPr/>
      <dgm:t>
        <a:bodyPr/>
        <a:lstStyle/>
        <a:p>
          <a:endParaRPr lang="en-US"/>
        </a:p>
      </dgm:t>
    </dgm:pt>
    <dgm:pt modelId="{EBF220E8-9006-4D9E-B3BA-288A2677F5C1}" type="pres">
      <dgm:prSet presAssocID="{AEB4ECB5-655E-462F-84B6-4533DAD88309}" presName="hierRoot2" presStyleCnt="0">
        <dgm:presLayoutVars>
          <dgm:hierBranch val="init"/>
        </dgm:presLayoutVars>
      </dgm:prSet>
      <dgm:spPr/>
    </dgm:pt>
    <dgm:pt modelId="{2AF9477E-23E6-47A3-930F-C75CA5191E91}" type="pres">
      <dgm:prSet presAssocID="{AEB4ECB5-655E-462F-84B6-4533DAD88309}" presName="rootComposite" presStyleCnt="0"/>
      <dgm:spPr/>
    </dgm:pt>
    <dgm:pt modelId="{4AB3E8FD-C76C-4558-A60D-5EE6966E302F}" type="pres">
      <dgm:prSet presAssocID="{AEB4ECB5-655E-462F-84B6-4533DAD88309}" presName="rootText" presStyleLbl="node4" presStyleIdx="28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034D785-63FA-4D12-9CAA-E38FF7FD11DC}" type="pres">
      <dgm:prSet presAssocID="{AEB4ECB5-655E-462F-84B6-4533DAD88309}" presName="rootConnector" presStyleLbl="node4" presStyleIdx="28" presStyleCnt="32"/>
      <dgm:spPr/>
      <dgm:t>
        <a:bodyPr/>
        <a:lstStyle/>
        <a:p>
          <a:endParaRPr lang="en-US"/>
        </a:p>
      </dgm:t>
    </dgm:pt>
    <dgm:pt modelId="{6F6570A5-5458-4214-A399-47F0B51E3046}" type="pres">
      <dgm:prSet presAssocID="{AEB4ECB5-655E-462F-84B6-4533DAD88309}" presName="hierChild4" presStyleCnt="0"/>
      <dgm:spPr/>
    </dgm:pt>
    <dgm:pt modelId="{5C96FFF4-D697-484F-BCB9-AC0967417F7B}" type="pres">
      <dgm:prSet presAssocID="{AEB4ECB5-655E-462F-84B6-4533DAD88309}" presName="hierChild5" presStyleCnt="0"/>
      <dgm:spPr/>
    </dgm:pt>
    <dgm:pt modelId="{687B86A4-47CC-4EBF-89CE-21943DBA1CE5}" type="pres">
      <dgm:prSet presAssocID="{CE2025C8-B3D6-4AF3-9401-DE5127EB6153}" presName="hierChild5" presStyleCnt="0"/>
      <dgm:spPr/>
    </dgm:pt>
    <dgm:pt modelId="{1F392FD0-03B8-462B-9D2F-1CF3E7B45DAB}" type="pres">
      <dgm:prSet presAssocID="{C34D5425-4A74-45F7-8A38-E937007B9358}" presName="hierChild5" presStyleCnt="0"/>
      <dgm:spPr/>
    </dgm:pt>
    <dgm:pt modelId="{8F595629-C731-4D57-9354-DF21E34C5B79}" type="pres">
      <dgm:prSet presAssocID="{18A8006F-1283-48E7-BCC0-8C2CFD3459C1}" presName="hierChild5" presStyleCnt="0"/>
      <dgm:spPr/>
    </dgm:pt>
    <dgm:pt modelId="{73332FD2-8513-4E38-B9AC-4394C7198FCD}" type="pres">
      <dgm:prSet presAssocID="{B18CE8E8-6EA4-4B00-96A0-6533AABCB1A9}" presName="hierChild5" presStyleCnt="0"/>
      <dgm:spPr/>
    </dgm:pt>
    <dgm:pt modelId="{42792D4F-F963-43EB-8C9B-4A436CAD3726}" type="pres">
      <dgm:prSet presAssocID="{B405BE9D-D461-4E4A-B679-F117BB8F898C}" presName="Name37" presStyleLbl="parChTrans1D4" presStyleIdx="29" presStyleCnt="32"/>
      <dgm:spPr/>
      <dgm:t>
        <a:bodyPr/>
        <a:lstStyle/>
        <a:p>
          <a:endParaRPr lang="pt-BR"/>
        </a:p>
      </dgm:t>
    </dgm:pt>
    <dgm:pt modelId="{B68A7BC8-5AB8-4838-944A-2FCAE8A8A9E0}" type="pres">
      <dgm:prSet presAssocID="{3230E3DA-08F4-47C6-8C65-A7C51778DC25}" presName="hierRoot2" presStyleCnt="0">
        <dgm:presLayoutVars>
          <dgm:hierBranch val="init"/>
        </dgm:presLayoutVars>
      </dgm:prSet>
      <dgm:spPr/>
    </dgm:pt>
    <dgm:pt modelId="{91D77EC9-EC1E-46A7-86D0-12AFE9353DF1}" type="pres">
      <dgm:prSet presAssocID="{3230E3DA-08F4-47C6-8C65-A7C51778DC25}" presName="rootComposite" presStyleCnt="0"/>
      <dgm:spPr/>
    </dgm:pt>
    <dgm:pt modelId="{75F6B8EE-B139-4725-866D-1E565C9D64BE}" type="pres">
      <dgm:prSet presAssocID="{3230E3DA-08F4-47C6-8C65-A7C51778DC25}" presName="rootText" presStyleLbl="node4" presStyleIdx="29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CFC5B9D-1CB2-42EE-96E8-49947358FD76}" type="pres">
      <dgm:prSet presAssocID="{3230E3DA-08F4-47C6-8C65-A7C51778DC25}" presName="rootConnector" presStyleLbl="node4" presStyleIdx="29" presStyleCnt="32"/>
      <dgm:spPr/>
      <dgm:t>
        <a:bodyPr/>
        <a:lstStyle/>
        <a:p>
          <a:endParaRPr lang="en-US"/>
        </a:p>
      </dgm:t>
    </dgm:pt>
    <dgm:pt modelId="{ECFAE48B-D64B-4518-9290-C14492D71F58}" type="pres">
      <dgm:prSet presAssocID="{3230E3DA-08F4-47C6-8C65-A7C51778DC25}" presName="hierChild4" presStyleCnt="0"/>
      <dgm:spPr/>
    </dgm:pt>
    <dgm:pt modelId="{EFE4A517-7C52-4C35-A61B-EAEE85FED868}" type="pres">
      <dgm:prSet presAssocID="{3482368F-4BAB-41D5-8239-6E1DC5A08EE3}" presName="Name37" presStyleLbl="parChTrans1D4" presStyleIdx="30" presStyleCnt="32"/>
      <dgm:spPr/>
      <dgm:t>
        <a:bodyPr/>
        <a:lstStyle/>
        <a:p>
          <a:endParaRPr lang="pt-BR"/>
        </a:p>
      </dgm:t>
    </dgm:pt>
    <dgm:pt modelId="{1A2EBE3C-4174-4F9D-A452-389072DF61D5}" type="pres">
      <dgm:prSet presAssocID="{554E0C25-B8DC-416B-93FB-FAA8F87B8D6B}" presName="hierRoot2" presStyleCnt="0">
        <dgm:presLayoutVars>
          <dgm:hierBranch val="init"/>
        </dgm:presLayoutVars>
      </dgm:prSet>
      <dgm:spPr/>
    </dgm:pt>
    <dgm:pt modelId="{6F84358D-B9A7-4C3B-A82A-FA7678F41A9B}" type="pres">
      <dgm:prSet presAssocID="{554E0C25-B8DC-416B-93FB-FAA8F87B8D6B}" presName="rootComposite" presStyleCnt="0"/>
      <dgm:spPr/>
    </dgm:pt>
    <dgm:pt modelId="{C2DD6D26-5891-40DB-BBEF-F2B8FBE26AB9}" type="pres">
      <dgm:prSet presAssocID="{554E0C25-B8DC-416B-93FB-FAA8F87B8D6B}" presName="rootText" presStyleLbl="node4" presStyleIdx="30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2363F88-BBD6-465F-8A05-9B3215FD94D6}" type="pres">
      <dgm:prSet presAssocID="{554E0C25-B8DC-416B-93FB-FAA8F87B8D6B}" presName="rootConnector" presStyleLbl="node4" presStyleIdx="30" presStyleCnt="32"/>
      <dgm:spPr/>
      <dgm:t>
        <a:bodyPr/>
        <a:lstStyle/>
        <a:p>
          <a:endParaRPr lang="en-US"/>
        </a:p>
      </dgm:t>
    </dgm:pt>
    <dgm:pt modelId="{F4A18D83-C785-42A5-B386-B055CBB031C2}" type="pres">
      <dgm:prSet presAssocID="{554E0C25-B8DC-416B-93FB-FAA8F87B8D6B}" presName="hierChild4" presStyleCnt="0"/>
      <dgm:spPr/>
    </dgm:pt>
    <dgm:pt modelId="{C038D3C5-9CC0-4299-803B-63DCFEE53D6D}" type="pres">
      <dgm:prSet presAssocID="{554E0C25-B8DC-416B-93FB-FAA8F87B8D6B}" presName="hierChild5" presStyleCnt="0"/>
      <dgm:spPr/>
    </dgm:pt>
    <dgm:pt modelId="{B1EBB94B-E26B-4715-A89B-7F57AC38B1AA}" type="pres">
      <dgm:prSet presAssocID="{05451A83-7CCB-44EB-B120-FDFC5BC3CDBF}" presName="Name37" presStyleLbl="parChTrans1D4" presStyleIdx="31" presStyleCnt="32"/>
      <dgm:spPr/>
      <dgm:t>
        <a:bodyPr/>
        <a:lstStyle/>
        <a:p>
          <a:endParaRPr lang="pt-BR"/>
        </a:p>
      </dgm:t>
    </dgm:pt>
    <dgm:pt modelId="{DE7B9AA4-8D78-4CA2-9289-23128C90C27C}" type="pres">
      <dgm:prSet presAssocID="{4C1BD35B-8D7E-4B73-BC91-A883FF277100}" presName="hierRoot2" presStyleCnt="0">
        <dgm:presLayoutVars>
          <dgm:hierBranch val="init"/>
        </dgm:presLayoutVars>
      </dgm:prSet>
      <dgm:spPr/>
    </dgm:pt>
    <dgm:pt modelId="{A5ECBEAA-3BCF-4845-B369-F82A054C1C2E}" type="pres">
      <dgm:prSet presAssocID="{4C1BD35B-8D7E-4B73-BC91-A883FF277100}" presName="rootComposite" presStyleCnt="0"/>
      <dgm:spPr/>
    </dgm:pt>
    <dgm:pt modelId="{3B1D42DA-7622-4C57-A2B5-23A8752050F0}" type="pres">
      <dgm:prSet presAssocID="{4C1BD35B-8D7E-4B73-BC91-A883FF277100}" presName="rootText" presStyleLbl="node4" presStyleIdx="31" presStyleCnt="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87EBEC-CD2A-418E-A3C4-929524AD88FD}" type="pres">
      <dgm:prSet presAssocID="{4C1BD35B-8D7E-4B73-BC91-A883FF277100}" presName="rootConnector" presStyleLbl="node4" presStyleIdx="31" presStyleCnt="32"/>
      <dgm:spPr/>
      <dgm:t>
        <a:bodyPr/>
        <a:lstStyle/>
        <a:p>
          <a:endParaRPr lang="en-US"/>
        </a:p>
      </dgm:t>
    </dgm:pt>
    <dgm:pt modelId="{7C8CE144-C5C9-4B9A-B160-B40DF5BDD3F0}" type="pres">
      <dgm:prSet presAssocID="{4C1BD35B-8D7E-4B73-BC91-A883FF277100}" presName="hierChild4" presStyleCnt="0"/>
      <dgm:spPr/>
    </dgm:pt>
    <dgm:pt modelId="{267035FA-D2F2-457C-BD23-FE441B0F3E8A}" type="pres">
      <dgm:prSet presAssocID="{4C1BD35B-8D7E-4B73-BC91-A883FF277100}" presName="hierChild5" presStyleCnt="0"/>
      <dgm:spPr/>
    </dgm:pt>
    <dgm:pt modelId="{5523D4C2-71AD-4AAF-B076-E76AB7B0007B}" type="pres">
      <dgm:prSet presAssocID="{3230E3DA-08F4-47C6-8C65-A7C51778DC25}" presName="hierChild5" presStyleCnt="0"/>
      <dgm:spPr/>
    </dgm:pt>
    <dgm:pt modelId="{10001BCF-1131-4FE1-97C6-B9341E3CDC91}" type="pres">
      <dgm:prSet presAssocID="{15C33F5D-EAC7-4D84-88E8-1480DB7982E8}" presName="hierChild5" presStyleCnt="0"/>
      <dgm:spPr/>
    </dgm:pt>
    <dgm:pt modelId="{2B6D8060-480A-410D-9887-6C487132EC98}" type="pres">
      <dgm:prSet presAssocID="{FC58C2DA-D299-431B-88D7-8B263F12237D}" presName="hierChild5" presStyleCnt="0"/>
      <dgm:spPr/>
    </dgm:pt>
    <dgm:pt modelId="{76911520-2EBC-4E0B-8BB5-9636B0EEF80E}" type="pres">
      <dgm:prSet presAssocID="{DB772B07-5225-4B7F-972B-96EC531E9F2F}" presName="hierChild3" presStyleCnt="0"/>
      <dgm:spPr/>
    </dgm:pt>
  </dgm:ptLst>
  <dgm:cxnLst>
    <dgm:cxn modelId="{FAA0A0D9-9F72-49CC-824D-82680204B130}" type="presOf" srcId="{B537FBCF-B3C3-4C37-B023-AF1E1C27BE03}" destId="{5A584D54-BA34-4F37-82BB-EFF47EA47307}" srcOrd="0" destOrd="0" presId="urn:microsoft.com/office/officeart/2005/8/layout/orgChart1"/>
    <dgm:cxn modelId="{7111E77C-9776-418C-9A93-AB36AF616915}" type="presOf" srcId="{554E0C25-B8DC-416B-93FB-FAA8F87B8D6B}" destId="{C2DD6D26-5891-40DB-BBEF-F2B8FBE26AB9}" srcOrd="0" destOrd="0" presId="urn:microsoft.com/office/officeart/2005/8/layout/orgChart1"/>
    <dgm:cxn modelId="{C2B05930-5E7D-4CFE-836B-002CEFA5FAC7}" type="presOf" srcId="{91FB4710-29E5-4060-8A2D-BC6C2DEFE43D}" destId="{6A7080B9-CA27-499B-B4AD-40841BB79516}" srcOrd="0" destOrd="0" presId="urn:microsoft.com/office/officeart/2005/8/layout/orgChart1"/>
    <dgm:cxn modelId="{F30979DF-F52A-485F-9984-5D75AFBA1F1C}" type="presOf" srcId="{F466B659-1978-4CFA-A248-C3BF543389CF}" destId="{FC2B7F5C-74CD-4A13-8891-590BFBD6289E}" srcOrd="0" destOrd="0" presId="urn:microsoft.com/office/officeart/2005/8/layout/orgChart1"/>
    <dgm:cxn modelId="{C5F2C46B-7A12-4032-997F-0B62D4B335E6}" type="presOf" srcId="{7212FA2C-F776-4CE1-9FEF-E579C9E8BDBD}" destId="{80864FB1-E479-44B9-927C-78DEC5B7C8BD}" srcOrd="0" destOrd="0" presId="urn:microsoft.com/office/officeart/2005/8/layout/orgChart1"/>
    <dgm:cxn modelId="{BFF99503-A6D4-45F6-AB29-F3A39B9E35F8}" type="presOf" srcId="{3EB2B4EB-3040-4367-8A1A-BA63B398862C}" destId="{8FF31A68-64CF-4944-90D1-610DC56F5FC9}" srcOrd="1" destOrd="0" presId="urn:microsoft.com/office/officeart/2005/8/layout/orgChart1"/>
    <dgm:cxn modelId="{3186512B-C1D2-42F1-8BF4-3734F85D7A0D}" srcId="{176FD5C2-AD20-4FBC-ADFE-8B1FD941FCE1}" destId="{7212FA2C-F776-4CE1-9FEF-E579C9E8BDBD}" srcOrd="1" destOrd="0" parTransId="{10C24615-16E9-4472-8330-0E56F0608890}" sibTransId="{75F230A8-7069-406A-B262-028DA99B781F}"/>
    <dgm:cxn modelId="{DA59AB2F-AA95-4EDF-BAEA-7A14D226AD4B}" type="presOf" srcId="{65085E1C-9E70-4C8F-AB97-357D5BE733F4}" destId="{B987A7FC-AB55-43B4-8AA7-7D4422ABAC41}" srcOrd="0" destOrd="0" presId="urn:microsoft.com/office/officeart/2005/8/layout/orgChart1"/>
    <dgm:cxn modelId="{1D09CCCB-BFE8-4F53-AD6A-D6A41325504F}" type="presOf" srcId="{43F818D2-C720-47D5-8AC5-8407E671AA45}" destId="{1911C168-7774-4E58-8F36-FD62EFABFE05}" srcOrd="1" destOrd="0" presId="urn:microsoft.com/office/officeart/2005/8/layout/orgChart1"/>
    <dgm:cxn modelId="{6E735FEE-B346-4D8F-821A-03B5D06C00EC}" type="presOf" srcId="{41F070B9-C134-4CF3-BF4C-3DF35F2E26D1}" destId="{D4FFF035-A123-47DF-96A2-3AA456E29EE1}" srcOrd="0" destOrd="0" presId="urn:microsoft.com/office/officeart/2005/8/layout/orgChart1"/>
    <dgm:cxn modelId="{4B132399-E4CF-49AC-93B9-EA560FFB63A9}" type="presOf" srcId="{008D656D-BD21-4802-A752-89E135AB9848}" destId="{69F6D5F0-D9C8-4C24-BB05-8DB28496DB4B}" srcOrd="1" destOrd="0" presId="urn:microsoft.com/office/officeart/2005/8/layout/orgChart1"/>
    <dgm:cxn modelId="{5A1268D9-1768-4FB5-9CE4-4EB4C01516FC}" srcId="{008D656D-BD21-4802-A752-89E135AB9848}" destId="{55A210C0-A6C8-41EB-A915-88BEE247AE5A}" srcOrd="2" destOrd="0" parTransId="{4B21AF66-EC61-44F1-9B3A-D49825E37853}" sibTransId="{AF04E8FB-F622-4CB7-AB6E-0AA2F414C5AB}"/>
    <dgm:cxn modelId="{967D73D9-F226-40DB-9BBB-F1A7EEE10EC5}" type="presOf" srcId="{A96F5A7C-9E11-4CF3-9A27-EF898775CBE4}" destId="{A287FC92-32D4-49E3-82E6-D29FE926D094}" srcOrd="0" destOrd="0" presId="urn:microsoft.com/office/officeart/2005/8/layout/orgChart1"/>
    <dgm:cxn modelId="{501F8EB6-FD7B-4653-98D9-98223E65B507}" srcId="{FC58C2DA-D299-431B-88D7-8B263F12237D}" destId="{15C33F5D-EAC7-4D84-88E8-1480DB7982E8}" srcOrd="0" destOrd="0" parTransId="{26122F6D-2839-4353-956E-557F27095D8E}" sibTransId="{7183586A-CC33-464E-A195-B1D51A495E05}"/>
    <dgm:cxn modelId="{EB4F2523-8014-4B30-B486-5F3F504408E0}" type="presOf" srcId="{176FD5C2-AD20-4FBC-ADFE-8B1FD941FCE1}" destId="{E2B854A1-732A-47B5-AB14-D32EB319AA6F}" srcOrd="0" destOrd="0" presId="urn:microsoft.com/office/officeart/2005/8/layout/orgChart1"/>
    <dgm:cxn modelId="{9E520234-3F95-4183-A2A4-864563B4687B}" type="presOf" srcId="{873097C8-2F4B-4E24-BA2C-33349C0BE80C}" destId="{7CF77F46-B842-4983-BD33-8200B628E408}" srcOrd="0" destOrd="0" presId="urn:microsoft.com/office/officeart/2005/8/layout/orgChart1"/>
    <dgm:cxn modelId="{34AA6812-1200-4110-ACAC-F25C826E68FB}" srcId="{FA3B3E2A-CCCB-4777-80B3-529202C4E376}" destId="{93C38752-439D-42DD-B1A3-64A3D1B7B712}" srcOrd="0" destOrd="0" parTransId="{12433B17-1EDF-4C26-A27D-37A7921F1300}" sibTransId="{441D819C-F5D6-4F1F-8EE0-EC65E6D19F45}"/>
    <dgm:cxn modelId="{D6D4157F-E087-4C7E-B791-D87FEFB5CCF5}" type="presOf" srcId="{54F2B31A-F193-47D5-93EE-D2C5C8580643}" destId="{C3E60074-9DCB-4B99-AB9D-2B7DDD63FE8F}" srcOrd="0" destOrd="0" presId="urn:microsoft.com/office/officeart/2005/8/layout/orgChart1"/>
    <dgm:cxn modelId="{DC8DABA0-0A2F-415F-B210-0FD79A83C08D}" type="presOf" srcId="{B6EC1370-D6D2-49C2-ABD7-01E28A6F3CA2}" destId="{21245BE3-E7DD-4930-84EC-FB87E12EF476}" srcOrd="1" destOrd="0" presId="urn:microsoft.com/office/officeart/2005/8/layout/orgChart1"/>
    <dgm:cxn modelId="{4867F582-630E-427F-8D4A-A4486DB71E58}" type="presOf" srcId="{AEB4ECB5-655E-462F-84B6-4533DAD88309}" destId="{7034D785-63FA-4D12-9CAA-E38FF7FD11DC}" srcOrd="1" destOrd="0" presId="urn:microsoft.com/office/officeart/2005/8/layout/orgChart1"/>
    <dgm:cxn modelId="{0898AAFA-988E-4250-A1E9-DCDF7BF52E77}" type="presOf" srcId="{B18CE8E8-6EA4-4B00-96A0-6533AABCB1A9}" destId="{0F0420FE-E6A0-4355-8965-A0952EBCB0F2}" srcOrd="0" destOrd="0" presId="urn:microsoft.com/office/officeart/2005/8/layout/orgChart1"/>
    <dgm:cxn modelId="{5AC7A44C-FCDD-4C57-A11E-6845BB938AE3}" type="presOf" srcId="{4B21AF66-EC61-44F1-9B3A-D49825E37853}" destId="{EA073D68-4002-4460-B978-BC56D8DD9833}" srcOrd="0" destOrd="0" presId="urn:microsoft.com/office/officeart/2005/8/layout/orgChart1"/>
    <dgm:cxn modelId="{559974A1-73C6-45A6-82F9-32C71D19BBB5}" type="presOf" srcId="{D901BE47-2869-4B8F-AFC7-61C60FB26ECB}" destId="{85F4337B-2140-41FC-A959-5F917779039C}" srcOrd="0" destOrd="0" presId="urn:microsoft.com/office/officeart/2005/8/layout/orgChart1"/>
    <dgm:cxn modelId="{8E241395-8891-4B03-981A-42491A1B8510}" srcId="{008D656D-BD21-4802-A752-89E135AB9848}" destId="{53F1671C-97C4-41CC-8C46-B23250A488F5}" srcOrd="1" destOrd="0" parTransId="{35F33032-C4A7-4CB7-BC09-D64CA74CB899}" sibTransId="{31D64323-47BF-4ED9-A86A-51C67F377EE2}"/>
    <dgm:cxn modelId="{729D83E5-90B5-4907-B77E-F1CB465BC06E}" type="presOf" srcId="{614701B0-4C77-4A33-A671-86643D5A21D8}" destId="{B8C29CC3-185A-44E8-9C00-6362003FF34A}" srcOrd="1" destOrd="0" presId="urn:microsoft.com/office/officeart/2005/8/layout/orgChart1"/>
    <dgm:cxn modelId="{5E48DEB4-E7C0-4065-8424-BE2EB4B15A2A}" type="presOf" srcId="{823E6356-90B5-4FF7-9EC3-DA40F3BF0835}" destId="{DAEB680B-A056-440B-B3FA-F1D80C0CC3DC}" srcOrd="0" destOrd="0" presId="urn:microsoft.com/office/officeart/2005/8/layout/orgChart1"/>
    <dgm:cxn modelId="{53B747EB-43DC-4A26-ADAA-24AFDDF6B5AA}" type="presOf" srcId="{18A8006F-1283-48E7-BCC0-8C2CFD3459C1}" destId="{EDBC256A-8000-43E4-A0B6-81DDE8FA9D7A}" srcOrd="0" destOrd="0" presId="urn:microsoft.com/office/officeart/2005/8/layout/orgChart1"/>
    <dgm:cxn modelId="{0A2C6763-8B6A-4516-BF03-6AB1D0811BB2}" type="presOf" srcId="{AD338763-D230-4129-B5D1-8F0649B7D3E8}" destId="{D778221B-623B-46B0-8E59-DB109EE36590}" srcOrd="1" destOrd="0" presId="urn:microsoft.com/office/officeart/2005/8/layout/orgChart1"/>
    <dgm:cxn modelId="{1383B499-32F0-4649-A229-AF177F53070C}" type="presOf" srcId="{DB772B07-5225-4B7F-972B-96EC531E9F2F}" destId="{4A26B99A-F4E6-4804-90F7-925F9E50D2A2}" srcOrd="1" destOrd="0" presId="urn:microsoft.com/office/officeart/2005/8/layout/orgChart1"/>
    <dgm:cxn modelId="{6D3EE0CD-FD1D-4B11-AB26-F0F30E944EF7}" type="presOf" srcId="{FA3B3E2A-CCCB-4777-80B3-529202C4E376}" destId="{A9C62508-CFF5-4A93-9B69-E20F281D92C2}" srcOrd="0" destOrd="0" presId="urn:microsoft.com/office/officeart/2005/8/layout/orgChart1"/>
    <dgm:cxn modelId="{947C5C5C-9106-4D7D-9FE5-DB5F2B709DA2}" srcId="{55A210C0-A6C8-41EB-A915-88BEE247AE5A}" destId="{AD338763-D230-4129-B5D1-8F0649B7D3E8}" srcOrd="0" destOrd="0" parTransId="{59B6929A-2BF2-41B8-92E0-BD0C387DAA53}" sibTransId="{05EE9927-4547-4750-BBF5-F3EF247855B3}"/>
    <dgm:cxn modelId="{949772A7-D559-468C-A0C9-6D9C439ACEC4}" type="presOf" srcId="{FA3B3E2A-CCCB-4777-80B3-529202C4E376}" destId="{69F590F6-64CC-431C-8A7D-D85C3F535235}" srcOrd="1" destOrd="0" presId="urn:microsoft.com/office/officeart/2005/8/layout/orgChart1"/>
    <dgm:cxn modelId="{4D13F239-847D-46B0-8778-56EB3E3866F4}" type="presOf" srcId="{88100CC3-E681-4BDD-B6CE-A2F4417DA818}" destId="{92806484-EB0C-400A-BDD3-7B67353902C8}" srcOrd="0" destOrd="0" presId="urn:microsoft.com/office/officeart/2005/8/layout/orgChart1"/>
    <dgm:cxn modelId="{C551D77C-EBE4-4D55-A075-EC819E2E72AA}" type="presOf" srcId="{65085E1C-9E70-4C8F-AB97-357D5BE733F4}" destId="{96593173-DECB-4F51-AC89-88AC1AE54265}" srcOrd="1" destOrd="0" presId="urn:microsoft.com/office/officeart/2005/8/layout/orgChart1"/>
    <dgm:cxn modelId="{291ECD3B-2492-49C9-A953-141FA3F4365B}" type="presOf" srcId="{44CA43C6-1EC9-4359-8731-FE95B0F1FD94}" destId="{5F6C3610-17CB-404C-9728-F94590D27399}" srcOrd="1" destOrd="0" presId="urn:microsoft.com/office/officeart/2005/8/layout/orgChart1"/>
    <dgm:cxn modelId="{3E96EE71-2499-4B32-97DC-E80EA77205B6}" type="presOf" srcId="{26122F6D-2839-4353-956E-557F27095D8E}" destId="{3CB1F02B-C832-439B-A3E8-24E7737E3E59}" srcOrd="0" destOrd="0" presId="urn:microsoft.com/office/officeart/2005/8/layout/orgChart1"/>
    <dgm:cxn modelId="{FD010E43-94F6-4884-8F49-9AB4CF287AC8}" type="presOf" srcId="{3EB2B4EB-3040-4367-8A1A-BA63B398862C}" destId="{5E28DC6B-9238-47D8-B54E-F55A4BF7BBD7}" srcOrd="0" destOrd="0" presId="urn:microsoft.com/office/officeart/2005/8/layout/orgChart1"/>
    <dgm:cxn modelId="{409F8E39-07BC-4B7C-A4EF-FAF698C093DD}" type="presOf" srcId="{44D0B21D-AFCF-4322-90A3-E92B0B157031}" destId="{BC86EE5F-915C-423A-BAC0-2DFA70915D0D}" srcOrd="1" destOrd="0" presId="urn:microsoft.com/office/officeart/2005/8/layout/orgChart1"/>
    <dgm:cxn modelId="{23FCFC65-8E8C-4540-B8F7-EA5866745A8F}" srcId="{3230E3DA-08F4-47C6-8C65-A7C51778DC25}" destId="{554E0C25-B8DC-416B-93FB-FAA8F87B8D6B}" srcOrd="0" destOrd="0" parTransId="{3482368F-4BAB-41D5-8239-6E1DC5A08EE3}" sibTransId="{029DC1E6-72E4-45AC-8A55-1AC3DA4C083B}"/>
    <dgm:cxn modelId="{C2EEE271-BF6D-4BDC-A583-D6703EBD6890}" type="presOf" srcId="{EC383DDB-590F-4CC2-A081-EA01A40653D5}" destId="{B5201570-11F2-4C13-9101-BB355A1445F1}" srcOrd="0" destOrd="0" presId="urn:microsoft.com/office/officeart/2005/8/layout/orgChart1"/>
    <dgm:cxn modelId="{A5407AB8-90AC-4636-A855-6D8096B6B98D}" srcId="{DB772B07-5225-4B7F-972B-96EC531E9F2F}" destId="{FC58C2DA-D299-431B-88D7-8B263F12237D}" srcOrd="0" destOrd="0" parTransId="{AFD82CC0-8F2B-4CB9-BC8D-91F02BC2FF60}" sibTransId="{AC1FB09B-51CF-4EA7-BF13-ED0D09BA094E}"/>
    <dgm:cxn modelId="{535E7FE5-488C-4970-98B9-D48545AAAE56}" srcId="{495D0923-5BD7-44B1-A19B-B96E06024F40}" destId="{B6EC1370-D6D2-49C2-ABD7-01E28A6F3CA2}" srcOrd="0" destOrd="0" parTransId="{8EAF4848-5AA8-4BC6-8028-1B6402DF2D4A}" sibTransId="{C12EC6A9-77B8-4A72-B625-87E4B89CF7EC}"/>
    <dgm:cxn modelId="{9D6A5262-53F3-48C0-A845-BBC6CC5AC426}" type="presOf" srcId="{FC58C2DA-D299-431B-88D7-8B263F12237D}" destId="{B86C636C-3F8C-407C-BC8A-A46F2054BC79}" srcOrd="1" destOrd="0" presId="urn:microsoft.com/office/officeart/2005/8/layout/orgChart1"/>
    <dgm:cxn modelId="{D592D637-D298-4EE2-B7BE-E531DF038695}" type="presOf" srcId="{67231EB7-F86E-4C12-801A-F4E164D03C3B}" destId="{A2D46629-07C3-4AD1-BD92-EDF680FCC873}" srcOrd="0" destOrd="0" presId="urn:microsoft.com/office/officeart/2005/8/layout/orgChart1"/>
    <dgm:cxn modelId="{AFACB49C-84A3-449C-B7BF-029F8E31959E}" type="presOf" srcId="{D901BE47-2869-4B8F-AFC7-61C60FB26ECB}" destId="{A7C224E2-A1AB-489A-9E51-41F63B9D9C30}" srcOrd="1" destOrd="0" presId="urn:microsoft.com/office/officeart/2005/8/layout/orgChart1"/>
    <dgm:cxn modelId="{7E0BA1D1-9E73-47EF-AF04-1080A31A1949}" type="presOf" srcId="{7212FA2C-F776-4CE1-9FEF-E579C9E8BDBD}" destId="{F9E469BA-A720-499C-9243-0B358CA65056}" srcOrd="1" destOrd="0" presId="urn:microsoft.com/office/officeart/2005/8/layout/orgChart1"/>
    <dgm:cxn modelId="{3EE2BE85-1E95-457A-854F-01396630A56B}" srcId="{40F03FD1-E6E1-4A89-ABD1-7D38D9730E0C}" destId="{DB772B07-5225-4B7F-972B-96EC531E9F2F}" srcOrd="0" destOrd="0" parTransId="{9C46C170-DA96-4F15-9236-E2A830AF5AD8}" sibTransId="{F5E2777C-340B-41FE-A09E-4129CDBAB6F3}"/>
    <dgm:cxn modelId="{0E977A06-4318-4879-BD93-EA5553EFD57C}" type="presOf" srcId="{55A210C0-A6C8-41EB-A915-88BEE247AE5A}" destId="{BA7DD77B-8CB9-4B9E-9A8D-77A355B9CF45}" srcOrd="0" destOrd="0" presId="urn:microsoft.com/office/officeart/2005/8/layout/orgChart1"/>
    <dgm:cxn modelId="{79A5EE47-486B-402A-B651-C97A290B1E5E}" type="presOf" srcId="{554E0C25-B8DC-416B-93FB-FAA8F87B8D6B}" destId="{52363F88-BBD6-465F-8A05-9B3215FD94D6}" srcOrd="1" destOrd="0" presId="urn:microsoft.com/office/officeart/2005/8/layout/orgChart1"/>
    <dgm:cxn modelId="{6D6C3041-DCE5-4730-953D-B73C4F7AA147}" srcId="{565AB665-4A43-46D5-80C5-80D6DF7FF44D}" destId="{FA3B3E2A-CCCB-4777-80B3-529202C4E376}" srcOrd="1" destOrd="0" parTransId="{53AB0BC2-2B50-4390-8263-21DBCAAC1BC5}" sibTransId="{8B40ABDF-286A-44DA-9789-FF4C557A22FF}"/>
    <dgm:cxn modelId="{E5E1AE33-6F00-41CD-8E30-C4BB8E398CE8}" type="presOf" srcId="{495D0923-5BD7-44B1-A19B-B96E06024F40}" destId="{7935AF0C-DEA2-422D-A907-4381FC8E55B3}" srcOrd="1" destOrd="0" presId="urn:microsoft.com/office/officeart/2005/8/layout/orgChart1"/>
    <dgm:cxn modelId="{80A6E004-DF83-41DB-B1A1-C3F9F526B14F}" type="presOf" srcId="{731E0176-8199-4721-B31D-4B13FD6E9056}" destId="{9C51AF24-6AFE-4648-8131-C67B048B0E28}" srcOrd="0" destOrd="0" presId="urn:microsoft.com/office/officeart/2005/8/layout/orgChart1"/>
    <dgm:cxn modelId="{85DBD4E8-3EC9-4EB7-9CCD-0C728467BDAE}" type="presOf" srcId="{15C33F5D-EAC7-4D84-88E8-1480DB7982E8}" destId="{551C0E05-83F8-41EF-8082-FB7987384416}" srcOrd="0" destOrd="0" presId="urn:microsoft.com/office/officeart/2005/8/layout/orgChart1"/>
    <dgm:cxn modelId="{46CDCE8E-FA3C-4DC6-BFFF-EB1A8DDD3077}" type="presOf" srcId="{1D73B4D8-26D4-4D68-8CAC-CC257E935971}" destId="{F4344DAC-2B21-4714-AD02-51AC95AFCD9D}" srcOrd="0" destOrd="0" presId="urn:microsoft.com/office/officeart/2005/8/layout/orgChart1"/>
    <dgm:cxn modelId="{21CD2C81-0643-4BE5-B2D1-5F5EB734ED27}" type="presOf" srcId="{565AB665-4A43-46D5-80C5-80D6DF7FF44D}" destId="{E4ECF677-AE9A-4D27-A095-90F4C088B74C}" srcOrd="0" destOrd="0" presId="urn:microsoft.com/office/officeart/2005/8/layout/orgChart1"/>
    <dgm:cxn modelId="{B9E8B474-BE8E-4ED0-8C80-0AA6CC873955}" type="presOf" srcId="{59B6929A-2BF2-41B8-92E0-BD0C387DAA53}" destId="{4809AD35-4BAB-4023-9C9D-94B0A6CE6576}" srcOrd="0" destOrd="0" presId="urn:microsoft.com/office/officeart/2005/8/layout/orgChart1"/>
    <dgm:cxn modelId="{53C8207D-AC1C-419C-933F-C3F02A96A51A}" srcId="{B18CE8E8-6EA4-4B00-96A0-6533AABCB1A9}" destId="{44D0B21D-AFCF-4322-90A3-E92B0B157031}" srcOrd="0" destOrd="0" parTransId="{538FDB4A-8897-45D4-95DE-E168BE7A2262}" sibTransId="{F25C02F8-08EC-4B3E-A25D-1B625EB3D202}"/>
    <dgm:cxn modelId="{E27C238B-964C-40D6-8205-EDFA13AE1B25}" srcId="{614701B0-4C77-4A33-A671-86643D5A21D8}" destId="{008D656D-BD21-4802-A752-89E135AB9848}" srcOrd="0" destOrd="0" parTransId="{B44469C6-286B-43F5-9B0D-BBBD1AD3BFB8}" sibTransId="{F4BC746A-BE24-4534-A9CD-BAD95160CE4C}"/>
    <dgm:cxn modelId="{2F1707C5-BF2A-4148-AE0D-449AECFF54D4}" type="presOf" srcId="{93C38752-439D-42DD-B1A3-64A3D1B7B712}" destId="{2CA32F4B-7140-417D-8A93-81659C5354B4}" srcOrd="1" destOrd="0" presId="urn:microsoft.com/office/officeart/2005/8/layout/orgChart1"/>
    <dgm:cxn modelId="{F10AB89F-58CC-45E9-9790-FDD8280535B1}" type="presOf" srcId="{3230E3DA-08F4-47C6-8C65-A7C51778DC25}" destId="{75F6B8EE-B139-4725-866D-1E565C9D64BE}" srcOrd="0" destOrd="0" presId="urn:microsoft.com/office/officeart/2005/8/layout/orgChart1"/>
    <dgm:cxn modelId="{5B4B1D2D-56E9-43A3-8671-C6C042D03B6A}" type="presOf" srcId="{020CB994-1A97-4425-B8A2-3D73A01306CF}" destId="{53E374D5-A256-4295-BB7F-E0784268504D}" srcOrd="0" destOrd="0" presId="urn:microsoft.com/office/officeart/2005/8/layout/orgChart1"/>
    <dgm:cxn modelId="{5B00BDA1-C94D-4F35-8CE5-DF3FE23D3124}" type="presOf" srcId="{53F1671C-97C4-41CC-8C46-B23250A488F5}" destId="{11BC59F4-07BA-4111-BC9B-80CF684117D9}" srcOrd="0" destOrd="0" presId="urn:microsoft.com/office/officeart/2005/8/layout/orgChart1"/>
    <dgm:cxn modelId="{A378B87E-861A-4AF7-8C7C-240193A45F63}" srcId="{7212FA2C-F776-4CE1-9FEF-E579C9E8BDBD}" destId="{823E6356-90B5-4FF7-9EC3-DA40F3BF0835}" srcOrd="0" destOrd="0" parTransId="{226188D8-AC8C-4DF0-8B18-D9E5EDBE85E1}" sibTransId="{CC67F7DB-84BD-430F-9C2B-3BD57DD675CE}"/>
    <dgm:cxn modelId="{87715949-AB48-4A3F-B873-B43897E40E63}" type="presOf" srcId="{7988986B-96C6-4B88-A35B-5CA46790F801}" destId="{8FC1E76F-BFA0-4119-BB92-6A4051C19520}" srcOrd="0" destOrd="0" presId="urn:microsoft.com/office/officeart/2005/8/layout/orgChart1"/>
    <dgm:cxn modelId="{91E16EE3-3295-465E-BF53-26A4517D2EB8}" srcId="{15C33F5D-EAC7-4D84-88E8-1480DB7982E8}" destId="{43F818D2-C720-47D5-8AC5-8407E671AA45}" srcOrd="0" destOrd="0" parTransId="{C44F934C-02A7-49D5-B6AC-AD914EC277CF}" sibTransId="{E94883FF-C419-46E4-BD54-209C6101221D}"/>
    <dgm:cxn modelId="{9CA757C2-47B7-4C5B-8C00-52DEBD15935E}" type="presOf" srcId="{43F818D2-C720-47D5-8AC5-8407E671AA45}" destId="{6165F846-E1BE-4FFF-8C5C-6A81A57D04DB}" srcOrd="0" destOrd="0" presId="urn:microsoft.com/office/officeart/2005/8/layout/orgChart1"/>
    <dgm:cxn modelId="{174DA3C1-F89E-4957-8C84-16A8D886C9E1}" type="presOf" srcId="{40F03FD1-E6E1-4A89-ABD1-7D38D9730E0C}" destId="{E8443E1D-EDB1-4011-B9EB-6013C7B659AE}" srcOrd="0" destOrd="0" presId="urn:microsoft.com/office/officeart/2005/8/layout/orgChart1"/>
    <dgm:cxn modelId="{D74FB04B-EA6D-46B1-8F1B-74602DE43CFF}" type="presOf" srcId="{FC58C2DA-D299-431B-88D7-8B263F12237D}" destId="{CB42AFC1-7E82-44F7-999E-2EB414472B35}" srcOrd="0" destOrd="0" presId="urn:microsoft.com/office/officeart/2005/8/layout/orgChart1"/>
    <dgm:cxn modelId="{C6C13DA2-39CD-47D1-9E7B-BC450503AA7F}" type="presOf" srcId="{B258EA49-8C58-4D5B-8885-371042CADB7B}" destId="{DCB159AA-E31C-4D59-BC83-3848CFE0B6AA}" srcOrd="0" destOrd="0" presId="urn:microsoft.com/office/officeart/2005/8/layout/orgChart1"/>
    <dgm:cxn modelId="{8EBB35E4-1ECD-46A9-83F5-255D5A98C42C}" type="presOf" srcId="{731E0176-8199-4721-B31D-4B13FD6E9056}" destId="{C41F3A7F-2B8C-4AF6-866A-BBE02A5C5B3F}" srcOrd="1" destOrd="0" presId="urn:microsoft.com/office/officeart/2005/8/layout/orgChart1"/>
    <dgm:cxn modelId="{E9D40484-CC05-4CC3-8E22-E8D515110B0F}" type="presOf" srcId="{6444539E-2335-468D-A66D-1215DB4EDF5C}" destId="{A54FB7F8-CAC5-4DC7-935E-ADCA91615EE2}" srcOrd="0" destOrd="0" presId="urn:microsoft.com/office/officeart/2005/8/layout/orgChart1"/>
    <dgm:cxn modelId="{2BE93409-7DDF-4A25-B526-234BE4E2F3EA}" srcId="{15C33F5D-EAC7-4D84-88E8-1480DB7982E8}" destId="{3230E3DA-08F4-47C6-8C65-A7C51778DC25}" srcOrd="2" destOrd="0" parTransId="{B405BE9D-D461-4E4A-B679-F117BB8F898C}" sibTransId="{743F368D-07D9-43D3-B7AC-0FB32822F66E}"/>
    <dgm:cxn modelId="{4517FAAD-5B1A-4DDB-8ADC-20E9BFDA124A}" type="presOf" srcId="{44CA43C6-1EC9-4359-8731-FE95B0F1FD94}" destId="{DB6EB793-2871-4637-A8CA-2410DF35C28B}" srcOrd="0" destOrd="0" presId="urn:microsoft.com/office/officeart/2005/8/layout/orgChart1"/>
    <dgm:cxn modelId="{09BBFC80-9AF7-49E8-8054-85A54F25CCCC}" type="presOf" srcId="{3482368F-4BAB-41D5-8239-6E1DC5A08EE3}" destId="{EFE4A517-7C52-4C35-A61B-EAEE85FED868}" srcOrd="0" destOrd="0" presId="urn:microsoft.com/office/officeart/2005/8/layout/orgChart1"/>
    <dgm:cxn modelId="{761DB9E7-8DFC-4BE2-B7D8-E9EFD5E5F7E9}" type="presOf" srcId="{B258EA49-8C58-4D5B-8885-371042CADB7B}" destId="{494BDD09-8C92-4561-9CDA-09CDDF3DB91B}" srcOrd="1" destOrd="0" presId="urn:microsoft.com/office/officeart/2005/8/layout/orgChart1"/>
    <dgm:cxn modelId="{0942AE03-4922-4865-9EB7-7514BE937527}" type="presOf" srcId="{E46AF88F-55D1-425E-9A11-5A61063788F0}" destId="{1F330749-8C06-40C3-BF14-2CB1F55E3BB2}" srcOrd="0" destOrd="0" presId="urn:microsoft.com/office/officeart/2005/8/layout/orgChart1"/>
    <dgm:cxn modelId="{83C540E0-C83B-44A8-BA4C-BAFCF67E3C05}" type="presOf" srcId="{D3274829-E93E-49DC-8AE0-6F213EA0CDE6}" destId="{CA1BE1B4-7151-4495-BD9F-3F0B5268D87A}" srcOrd="0" destOrd="0" presId="urn:microsoft.com/office/officeart/2005/8/layout/orgChart1"/>
    <dgm:cxn modelId="{2E30AFF6-93DE-40F4-9B9E-4C32C85939D1}" type="presOf" srcId="{93C38752-439D-42DD-B1A3-64A3D1B7B712}" destId="{2BE9278B-A5C3-40B2-8D70-441316BEED7E}" srcOrd="0" destOrd="0" presId="urn:microsoft.com/office/officeart/2005/8/layout/orgChart1"/>
    <dgm:cxn modelId="{30C1B2EC-1355-49AF-83F2-A5913FA04D04}" srcId="{B258EA49-8C58-4D5B-8885-371042CADB7B}" destId="{176FD5C2-AD20-4FBC-ADFE-8B1FD941FCE1}" srcOrd="1" destOrd="0" parTransId="{6444539E-2335-468D-A66D-1215DB4EDF5C}" sibTransId="{7C3747A8-811A-4F2A-91C8-B7E62D3F2143}"/>
    <dgm:cxn modelId="{C07447B9-C3C5-4389-90F5-62FE8CD19C05}" type="presOf" srcId="{15C33F5D-EAC7-4D84-88E8-1480DB7982E8}" destId="{C65C9A71-AEC4-49FF-8FE2-CC0891123254}" srcOrd="1" destOrd="0" presId="urn:microsoft.com/office/officeart/2005/8/layout/orgChart1"/>
    <dgm:cxn modelId="{C74A70C8-8A24-4812-BD0F-FBC67ACD1D6C}" type="presOf" srcId="{008D656D-BD21-4802-A752-89E135AB9848}" destId="{758DF8D5-AFFB-4396-8E7D-FD0B2B45B712}" srcOrd="0" destOrd="0" presId="urn:microsoft.com/office/officeart/2005/8/layout/orgChart1"/>
    <dgm:cxn modelId="{4AFDA063-5B7E-4824-9714-C8F02650601D}" srcId="{53F1671C-97C4-41CC-8C46-B23250A488F5}" destId="{91FB4710-29E5-4060-8A2D-BC6C2DEFE43D}" srcOrd="0" destOrd="0" parTransId="{F70D94D7-ACB4-472F-B947-921E759EF4E3}" sibTransId="{60CBA8C3-2C73-4F4A-B502-78332AF338D5}"/>
    <dgm:cxn modelId="{5CC575D7-A9CF-4310-9E3B-9ED6D091F8E0}" srcId="{18A8006F-1283-48E7-BCC0-8C2CFD3459C1}" destId="{D279674B-4F7B-49AE-8B7E-6B6FE83B0EEA}" srcOrd="0" destOrd="0" parTransId="{88100CC3-E681-4BDD-B6CE-A2F4417DA818}" sibTransId="{B2E0156B-FD10-4CBE-8329-9F597A3C4865}"/>
    <dgm:cxn modelId="{22FB1343-ABC5-4AE2-B6E3-F2EE66027002}" srcId="{44D0B21D-AFCF-4322-90A3-E92B0B157031}" destId="{565AB665-4A43-46D5-80C5-80D6DF7FF44D}" srcOrd="0" destOrd="0" parTransId="{A96F5A7C-9E11-4CF3-9A27-EF898775CBE4}" sibTransId="{DA9B94DB-9E01-493C-9882-BF739EE5F982}"/>
    <dgm:cxn modelId="{3EA6BC83-E07B-4E80-B24C-2356917A7D53}" srcId="{3230E3DA-08F4-47C6-8C65-A7C51778DC25}" destId="{4C1BD35B-8D7E-4B73-BC91-A883FF277100}" srcOrd="1" destOrd="0" parTransId="{05451A83-7CCB-44EB-B120-FDFC5BC3CDBF}" sibTransId="{9A4AC9CD-5A5F-46A0-8D6A-5A672A26605C}"/>
    <dgm:cxn modelId="{FD420D08-163E-49B0-96A4-6F87FEFDD71A}" type="presOf" srcId="{B6EC1370-D6D2-49C2-ABD7-01E28A6F3CA2}" destId="{6D6D717D-E892-48A3-BA0B-94D6336BA611}" srcOrd="0" destOrd="0" presId="urn:microsoft.com/office/officeart/2005/8/layout/orgChart1"/>
    <dgm:cxn modelId="{C46B85BC-D302-401B-8051-062785464B47}" type="presOf" srcId="{AFD82CC0-8F2B-4CB9-BC8D-91F02BC2FF60}" destId="{3B9A6876-AD23-42E2-8E15-DD3B65A58A24}" srcOrd="0" destOrd="0" presId="urn:microsoft.com/office/officeart/2005/8/layout/orgChart1"/>
    <dgm:cxn modelId="{160DE49D-5D0A-47E3-BB7D-C33AA2079488}" type="presOf" srcId="{176FD5C2-AD20-4FBC-ADFE-8B1FD941FCE1}" destId="{243951BE-BF46-4049-B5FE-B0DADEBFC1B1}" srcOrd="1" destOrd="0" presId="urn:microsoft.com/office/officeart/2005/8/layout/orgChart1"/>
    <dgm:cxn modelId="{59F60DD8-6493-4A01-BB4C-E065AC7E162E}" srcId="{C34D5425-4A74-45F7-8A38-E937007B9358}" destId="{B537FBCF-B3C3-4C37-B023-AF1E1C27BE03}" srcOrd="0" destOrd="0" parTransId="{54F2B31A-F193-47D5-93EE-D2C5C8580643}" sibTransId="{59C04997-83B1-46BB-9A49-18D05EA8F5B8}"/>
    <dgm:cxn modelId="{B7312AB6-D13F-4FC0-9779-E740240B3E36}" type="presOf" srcId="{44D0B21D-AFCF-4322-90A3-E92B0B157031}" destId="{79FC172D-B7FA-4A5B-BE3D-1DD29DDF0C65}" srcOrd="0" destOrd="0" presId="urn:microsoft.com/office/officeart/2005/8/layout/orgChart1"/>
    <dgm:cxn modelId="{C3C50D54-07AA-415E-964F-FDE3AFB080C3}" type="presOf" srcId="{4C1BD35B-8D7E-4B73-BC91-A883FF277100}" destId="{D487EBEC-CD2A-418E-A3C4-929524AD88FD}" srcOrd="1" destOrd="0" presId="urn:microsoft.com/office/officeart/2005/8/layout/orgChart1"/>
    <dgm:cxn modelId="{ECF05B7D-DEE3-4BC7-95A3-D6086203A5A5}" type="presOf" srcId="{495D0923-5BD7-44B1-A19B-B96E06024F40}" destId="{8E587FF5-2FDE-4CAF-A8D2-0F485169D165}" srcOrd="0" destOrd="0" presId="urn:microsoft.com/office/officeart/2005/8/layout/orgChart1"/>
    <dgm:cxn modelId="{8E6E1988-D646-405F-99D9-0B2DB17E0994}" type="presOf" srcId="{4C1BD35B-8D7E-4B73-BC91-A883FF277100}" destId="{3B1D42DA-7622-4C57-A2B5-23A8752050F0}" srcOrd="0" destOrd="0" presId="urn:microsoft.com/office/officeart/2005/8/layout/orgChart1"/>
    <dgm:cxn modelId="{A7A0AF08-4438-4674-AFE1-7694744CD0D9}" type="presOf" srcId="{AD338763-D230-4129-B5D1-8F0649B7D3E8}" destId="{D17725E8-9C12-41A1-A2C9-FD4A8D671B67}" srcOrd="0" destOrd="0" presId="urn:microsoft.com/office/officeart/2005/8/layout/orgChart1"/>
    <dgm:cxn modelId="{B3E953DF-C57E-4B47-AC3D-5DAF7697FD94}" srcId="{565AB665-4A43-46D5-80C5-80D6DF7FF44D}" destId="{731E0176-8199-4721-B31D-4B13FD6E9056}" srcOrd="0" destOrd="0" parTransId="{1D73B4D8-26D4-4D68-8CAC-CC257E935971}" sibTransId="{C6254341-5FA4-4343-9AED-B92E85B93E9B}"/>
    <dgm:cxn modelId="{DCFB3580-A0D5-4C4B-A387-99E1C8D04512}" srcId="{614701B0-4C77-4A33-A671-86643D5A21D8}" destId="{B258EA49-8C58-4D5B-8885-371042CADB7B}" srcOrd="1" destOrd="0" parTransId="{7988986B-96C6-4B88-A35B-5CA46790F801}" sibTransId="{698E5F13-B40C-4BEB-9740-EB6D83201827}"/>
    <dgm:cxn modelId="{21C523B8-5461-43BA-8219-BD249097B61A}" type="presOf" srcId="{D279674B-4F7B-49AE-8B7E-6B6FE83B0EEA}" destId="{885489A1-B813-435E-A101-5CFB2D66A309}" srcOrd="1" destOrd="0" presId="urn:microsoft.com/office/officeart/2005/8/layout/orgChart1"/>
    <dgm:cxn modelId="{E98AA467-C9D7-452F-A283-3F9452DC1F33}" type="presOf" srcId="{35F33032-C4A7-4CB7-BC09-D64CA74CB899}" destId="{8C43EBEC-DEC9-4FE1-A7D2-5DC54CEAB7EB}" srcOrd="0" destOrd="0" presId="urn:microsoft.com/office/officeart/2005/8/layout/orgChart1"/>
    <dgm:cxn modelId="{E7595CC3-B34C-4E27-9014-E1CB760EE15E}" srcId="{15C33F5D-EAC7-4D84-88E8-1480DB7982E8}" destId="{B18CE8E8-6EA4-4B00-96A0-6533AABCB1A9}" srcOrd="1" destOrd="0" parTransId="{BA430A5A-CA2E-4FAA-BA1B-097C4A7ED484}" sibTransId="{C115F961-7635-41C6-ABF4-EE3BDCCBDB33}"/>
    <dgm:cxn modelId="{56801DB5-0095-4A29-B011-696DB90D1710}" type="presOf" srcId="{B44469C6-286B-43F5-9B0D-BBBD1AD3BFB8}" destId="{491A3FA2-5767-4DE4-8D46-39EA6472B9D7}" srcOrd="0" destOrd="0" presId="urn:microsoft.com/office/officeart/2005/8/layout/orgChart1"/>
    <dgm:cxn modelId="{A4CB548D-34E8-475C-AB70-A26E7C720A55}" type="presOf" srcId="{10C24615-16E9-4472-8330-0E56F0608890}" destId="{33CF1646-A956-404F-8DE2-B0579484B80F}" srcOrd="0" destOrd="0" presId="urn:microsoft.com/office/officeart/2005/8/layout/orgChart1"/>
    <dgm:cxn modelId="{B859C800-1999-4856-A5C6-0DC1B4AC156F}" type="presOf" srcId="{B405BE9D-D461-4E4A-B679-F117BB8F898C}" destId="{42792D4F-F963-43EB-8C9B-4A436CAD3726}" srcOrd="0" destOrd="0" presId="urn:microsoft.com/office/officeart/2005/8/layout/orgChart1"/>
    <dgm:cxn modelId="{E3F8F1CF-5759-41EF-8B9B-BC985223BB09}" type="presOf" srcId="{55A210C0-A6C8-41EB-A915-88BEE247AE5A}" destId="{9CA7EBE7-8230-467F-90B9-F0745D625892}" srcOrd="1" destOrd="0" presId="urn:microsoft.com/office/officeart/2005/8/layout/orgChart1"/>
    <dgm:cxn modelId="{B3BF03B1-446F-4409-807F-4B04151D6715}" type="presOf" srcId="{CE2025C8-B3D6-4AF3-9401-DE5127EB6153}" destId="{815B0A8D-E4F3-4100-8BB5-8549809ECD99}" srcOrd="0" destOrd="0" presId="urn:microsoft.com/office/officeart/2005/8/layout/orgChart1"/>
    <dgm:cxn modelId="{A564C959-5DE1-4E99-803A-40AF50ADAE8E}" srcId="{176FD5C2-AD20-4FBC-ADFE-8B1FD941FCE1}" destId="{65085E1C-9E70-4C8F-AB97-357D5BE733F4}" srcOrd="0" destOrd="0" parTransId="{67231EB7-F86E-4C12-801A-F4E164D03C3B}" sibTransId="{C2B46A32-AA0C-4397-A56B-A86FDB9E879E}"/>
    <dgm:cxn modelId="{09738EB0-BB76-4A1F-A6EA-C96CED99EBF0}" type="presOf" srcId="{53AB0BC2-2B50-4390-8263-21DBCAAC1BC5}" destId="{A7E8DAC4-A803-4FDE-B6E1-5AE3944F5551}" srcOrd="0" destOrd="0" presId="urn:microsoft.com/office/officeart/2005/8/layout/orgChart1"/>
    <dgm:cxn modelId="{BAE338C5-F374-4919-A2AE-5DFAF83E0D57}" srcId="{B18CE8E8-6EA4-4B00-96A0-6533AABCB1A9}" destId="{18A8006F-1283-48E7-BCC0-8C2CFD3459C1}" srcOrd="1" destOrd="0" parTransId="{020CB994-1A97-4425-B8A2-3D73A01306CF}" sibTransId="{60D3D7FA-8565-4C30-86DA-2E79F2E9DB98}"/>
    <dgm:cxn modelId="{DE9BEE76-CC0B-484D-BCCB-110876178FFC}" srcId="{18A8006F-1283-48E7-BCC0-8C2CFD3459C1}" destId="{C34D5425-4A74-45F7-8A38-E937007B9358}" srcOrd="1" destOrd="0" parTransId="{F466B659-1978-4CFA-A248-C3BF543389CF}" sibTransId="{2E2D919E-8342-4581-A407-F0D358D198F3}"/>
    <dgm:cxn modelId="{3D615B34-1B40-4126-A9B0-923804D04900}" type="presOf" srcId="{156D1E87-D4BB-4CF4-A242-3B3293234FF9}" destId="{9174CE63-3132-4FCF-B669-1ACC4AD9C683}" srcOrd="0" destOrd="0" presId="urn:microsoft.com/office/officeart/2005/8/layout/orgChart1"/>
    <dgm:cxn modelId="{407A1F58-F791-4700-8A33-59C559A05B1F}" type="presOf" srcId="{C34D5425-4A74-45F7-8A38-E937007B9358}" destId="{A285251E-F6ED-4B62-834D-40223FD11BF7}" srcOrd="0" destOrd="0" presId="urn:microsoft.com/office/officeart/2005/8/layout/orgChart1"/>
    <dgm:cxn modelId="{CC58B53E-303F-4C26-9B65-815EF4A1547F}" type="presOf" srcId="{226188D8-AC8C-4DF0-8B18-D9E5EDBE85E1}" destId="{A2799EF7-A626-45D1-865D-545FCD05521C}" srcOrd="0" destOrd="0" presId="urn:microsoft.com/office/officeart/2005/8/layout/orgChart1"/>
    <dgm:cxn modelId="{20E6D675-EDF9-40B7-A245-61DF428CEFE2}" type="presOf" srcId="{565AB665-4A43-46D5-80C5-80D6DF7FF44D}" destId="{DE7B8197-4316-48A6-9459-129A999E9A9E}" srcOrd="1" destOrd="0" presId="urn:microsoft.com/office/officeart/2005/8/layout/orgChart1"/>
    <dgm:cxn modelId="{8DEF6C62-BA2A-4D32-810B-1A9F8AB84C57}" type="presOf" srcId="{D279674B-4F7B-49AE-8B7E-6B6FE83B0EEA}" destId="{FA088430-B1E8-48A5-A98E-4CEFCA4676CF}" srcOrd="0" destOrd="0" presId="urn:microsoft.com/office/officeart/2005/8/layout/orgChart1"/>
    <dgm:cxn modelId="{C47D3548-215D-4E46-8DAF-E9F7457E86AF}" srcId="{C34D5425-4A74-45F7-8A38-E937007B9358}" destId="{CE2025C8-B3D6-4AF3-9401-DE5127EB6153}" srcOrd="1" destOrd="0" parTransId="{E46AF88F-55D1-425E-9A11-5A61063788F0}" sibTransId="{6549C35B-69A2-4FD2-8AC9-9F6253CDDCD2}"/>
    <dgm:cxn modelId="{B7CF49E8-1CF1-471E-AD7E-6D55F8515283}" type="presOf" srcId="{12433B17-1EDF-4C26-A27D-37A7921F1300}" destId="{1B78C9F4-E6BE-4693-8E6B-D722DBDCFD3B}" srcOrd="0" destOrd="0" presId="urn:microsoft.com/office/officeart/2005/8/layout/orgChart1"/>
    <dgm:cxn modelId="{7123502F-35E6-41B6-96EF-5FB768BD36C0}" type="presOf" srcId="{53F1671C-97C4-41CC-8C46-B23250A488F5}" destId="{824918F4-1593-4227-8249-2784EA3EF008}" srcOrd="1" destOrd="0" presId="urn:microsoft.com/office/officeart/2005/8/layout/orgChart1"/>
    <dgm:cxn modelId="{D23E3CD8-CF56-4198-98A5-9BF8BF3D088C}" type="presOf" srcId="{614701B0-4C77-4A33-A671-86643D5A21D8}" destId="{8CF16189-1896-46D2-9112-118D816B05A3}" srcOrd="0" destOrd="0" presId="urn:microsoft.com/office/officeart/2005/8/layout/orgChart1"/>
    <dgm:cxn modelId="{6572C810-9533-4AC9-A13C-D86CA1C49B3D}" srcId="{43F818D2-C720-47D5-8AC5-8407E671AA45}" destId="{44CA43C6-1EC9-4359-8731-FE95B0F1FD94}" srcOrd="0" destOrd="0" parTransId="{156D1E87-D4BB-4CF4-A242-3B3293234FF9}" sibTransId="{D625899E-3B98-45D1-B832-9520DE2D2E59}"/>
    <dgm:cxn modelId="{5E084FC6-7D07-4B27-B7A6-B9D8A40B7F1A}" srcId="{008D656D-BD21-4802-A752-89E135AB9848}" destId="{3EB2B4EB-3040-4367-8A1A-BA63B398862C}" srcOrd="0" destOrd="0" parTransId="{57584843-FAC8-4639-BA06-5C43F76A92B2}" sibTransId="{B9F1F3DE-7E78-4C1A-A8DF-D91D525E81F2}"/>
    <dgm:cxn modelId="{0992EDE0-F5CD-415E-9EB4-C864B74B8343}" type="presOf" srcId="{AEB4ECB5-655E-462F-84B6-4533DAD88309}" destId="{4AB3E8FD-C76C-4558-A60D-5EE6966E302F}" srcOrd="0" destOrd="0" presId="urn:microsoft.com/office/officeart/2005/8/layout/orgChart1"/>
    <dgm:cxn modelId="{8C7D7BE1-C065-4900-9851-1916A69973FB}" type="presOf" srcId="{18A8006F-1283-48E7-BCC0-8C2CFD3459C1}" destId="{AA20FF96-D5A2-4899-B65F-D4364136E9E1}" srcOrd="1" destOrd="0" presId="urn:microsoft.com/office/officeart/2005/8/layout/orgChart1"/>
    <dgm:cxn modelId="{057331A2-15A1-4049-8FF2-A9B1590F2F7D}" type="presOf" srcId="{91FB4710-29E5-4060-8A2D-BC6C2DEFE43D}" destId="{7890DE70-5177-46E9-874F-72995C404396}" srcOrd="1" destOrd="0" presId="urn:microsoft.com/office/officeart/2005/8/layout/orgChart1"/>
    <dgm:cxn modelId="{E943163B-F10B-4560-A13A-999AE8CCBAC8}" srcId="{B258EA49-8C58-4D5B-8885-371042CADB7B}" destId="{D901BE47-2869-4B8F-AFC7-61C60FB26ECB}" srcOrd="0" destOrd="0" parTransId="{D3274829-E93E-49DC-8AE0-6F213EA0CDE6}" sibTransId="{B3F9B87A-3A76-44C5-AE75-EDFAB376CB91}"/>
    <dgm:cxn modelId="{868C66E2-32C3-48F0-AF23-01CC7E0440EC}" type="presOf" srcId="{8EAF4848-5AA8-4BC6-8028-1B6402DF2D4A}" destId="{52AE651D-2645-4325-9559-576B932016DB}" srcOrd="0" destOrd="0" presId="urn:microsoft.com/office/officeart/2005/8/layout/orgChart1"/>
    <dgm:cxn modelId="{5C53A035-FAE7-4DE6-BD26-CED981A354E6}" type="presOf" srcId="{B18CE8E8-6EA4-4B00-96A0-6533AABCB1A9}" destId="{2598EA37-27BD-4128-8FFB-E8E4A726D0D9}" srcOrd="1" destOrd="0" presId="urn:microsoft.com/office/officeart/2005/8/layout/orgChart1"/>
    <dgm:cxn modelId="{E7FDFF44-8D24-4256-957C-E9E1F97866E1}" type="presOf" srcId="{F70D94D7-ACB4-472F-B947-921E759EF4E3}" destId="{B0C47959-7915-4078-B67E-3F57F786605F}" srcOrd="0" destOrd="0" presId="urn:microsoft.com/office/officeart/2005/8/layout/orgChart1"/>
    <dgm:cxn modelId="{891D0413-4894-4F02-85B2-21B3C134CA9C}" srcId="{CE2025C8-B3D6-4AF3-9401-DE5127EB6153}" destId="{AEB4ECB5-655E-462F-84B6-4533DAD88309}" srcOrd="0" destOrd="0" parTransId="{41F070B9-C134-4CF3-BF4C-3DF35F2E26D1}" sibTransId="{F282FC86-6C54-46D3-9CF3-5ED3769884D1}"/>
    <dgm:cxn modelId="{CAB6D54E-2322-484C-A23B-9D9414CC9EA6}" type="presOf" srcId="{823E6356-90B5-4FF7-9EC3-DA40F3BF0835}" destId="{F456E91B-C1EE-432C-90A9-070E98BF9DE1}" srcOrd="1" destOrd="0" presId="urn:microsoft.com/office/officeart/2005/8/layout/orgChart1"/>
    <dgm:cxn modelId="{4CD25A26-9606-4655-BFD6-26D15A6CD3E7}" type="presOf" srcId="{05451A83-7CCB-44EB-B120-FDFC5BC3CDBF}" destId="{B1EBB94B-E26B-4715-A89B-7F57AC38B1AA}" srcOrd="0" destOrd="0" presId="urn:microsoft.com/office/officeart/2005/8/layout/orgChart1"/>
    <dgm:cxn modelId="{BCB3498D-0312-401D-9710-D181A8CC6C8D}" type="presOf" srcId="{538FDB4A-8897-45D4-95DE-E168BE7A2262}" destId="{31DAB791-C026-4D95-9764-3D8D604BD910}" srcOrd="0" destOrd="0" presId="urn:microsoft.com/office/officeart/2005/8/layout/orgChart1"/>
    <dgm:cxn modelId="{0C9A3675-43D3-4BB4-91A5-B12254735230}" srcId="{44D0B21D-AFCF-4322-90A3-E92B0B157031}" destId="{614701B0-4C77-4A33-A671-86643D5A21D8}" srcOrd="1" destOrd="0" parTransId="{873097C8-2F4B-4E24-BA2C-33349C0BE80C}" sibTransId="{3B6EF39F-E200-4E33-9A6A-D3641DD56176}"/>
    <dgm:cxn modelId="{881AB632-7C79-4CCA-A663-1651DB58D5C4}" type="presOf" srcId="{CE2025C8-B3D6-4AF3-9401-DE5127EB6153}" destId="{C6D47007-5DFC-4730-858A-C814462D81BB}" srcOrd="1" destOrd="0" presId="urn:microsoft.com/office/officeart/2005/8/layout/orgChart1"/>
    <dgm:cxn modelId="{426498F7-8AE6-4CAA-B657-352813363442}" type="presOf" srcId="{B537FBCF-B3C3-4C37-B023-AF1E1C27BE03}" destId="{AB13A91D-FF3B-4FE0-AB22-DE69E97B8DE7}" srcOrd="1" destOrd="0" presId="urn:microsoft.com/office/officeart/2005/8/layout/orgChart1"/>
    <dgm:cxn modelId="{8ED8D7B6-E4E1-43A4-BA52-84892DE936E1}" type="presOf" srcId="{DB772B07-5225-4B7F-972B-96EC531E9F2F}" destId="{75A8DFD6-54B2-4822-8212-5579A240B03D}" srcOrd="0" destOrd="0" presId="urn:microsoft.com/office/officeart/2005/8/layout/orgChart1"/>
    <dgm:cxn modelId="{FE3CF44D-8300-4340-B026-9ED67D3AAFC0}" type="presOf" srcId="{3230E3DA-08F4-47C6-8C65-A7C51778DC25}" destId="{2CFC5B9D-1CB2-42EE-96E8-49947358FD76}" srcOrd="1" destOrd="0" presId="urn:microsoft.com/office/officeart/2005/8/layout/orgChart1"/>
    <dgm:cxn modelId="{1FC36642-4423-4BDE-919A-29CD2B681CE9}" type="presOf" srcId="{C34D5425-4A74-45F7-8A38-E937007B9358}" destId="{0B5B036A-A4CF-41B2-991D-5A7D02FBCCF9}" srcOrd="1" destOrd="0" presId="urn:microsoft.com/office/officeart/2005/8/layout/orgChart1"/>
    <dgm:cxn modelId="{E107012D-27CB-42E0-B22D-66EBE829DE30}" type="presOf" srcId="{C44F934C-02A7-49D5-B6AC-AD914EC277CF}" destId="{E51B5B51-4DAF-411D-83D2-8204993136B2}" srcOrd="0" destOrd="0" presId="urn:microsoft.com/office/officeart/2005/8/layout/orgChart1"/>
    <dgm:cxn modelId="{0F28BB84-1B33-4F2C-9E27-5566B87F5A8C}" srcId="{565AB665-4A43-46D5-80C5-80D6DF7FF44D}" destId="{495D0923-5BD7-44B1-A19B-B96E06024F40}" srcOrd="2" destOrd="0" parTransId="{EC383DDB-590F-4CC2-A081-EA01A40653D5}" sibTransId="{2D0A597A-9536-4046-9430-E889EB4AC90C}"/>
    <dgm:cxn modelId="{80CAE188-BF1A-46F9-991C-4FE10D45BB09}" type="presOf" srcId="{BA430A5A-CA2E-4FAA-BA1B-097C4A7ED484}" destId="{F9FDCD49-ACE6-44B4-A845-8DBFE0295648}" srcOrd="0" destOrd="0" presId="urn:microsoft.com/office/officeart/2005/8/layout/orgChart1"/>
    <dgm:cxn modelId="{5AB2D7BF-12EA-494E-A7D9-987672EEDAB3}" type="presOf" srcId="{57584843-FAC8-4639-BA06-5C43F76A92B2}" destId="{858D1AD0-9F5A-42C6-AAC9-33FCE7B9C0B8}" srcOrd="0" destOrd="0" presId="urn:microsoft.com/office/officeart/2005/8/layout/orgChart1"/>
    <dgm:cxn modelId="{F0DCBBA2-C85E-465B-A903-90E380F39DA8}" type="presParOf" srcId="{E8443E1D-EDB1-4011-B9EB-6013C7B659AE}" destId="{6235DFCF-278C-4837-9CC5-FBED3CCB94E7}" srcOrd="0" destOrd="0" presId="urn:microsoft.com/office/officeart/2005/8/layout/orgChart1"/>
    <dgm:cxn modelId="{D26CFCD2-8CA5-4D27-8C95-7DC3D7590852}" type="presParOf" srcId="{6235DFCF-278C-4837-9CC5-FBED3CCB94E7}" destId="{DD5C3F0D-F191-423C-BEC9-763576F854C3}" srcOrd="0" destOrd="0" presId="urn:microsoft.com/office/officeart/2005/8/layout/orgChart1"/>
    <dgm:cxn modelId="{7ECA5E62-2B06-41E6-A0B8-21D14679D499}" type="presParOf" srcId="{DD5C3F0D-F191-423C-BEC9-763576F854C3}" destId="{75A8DFD6-54B2-4822-8212-5579A240B03D}" srcOrd="0" destOrd="0" presId="urn:microsoft.com/office/officeart/2005/8/layout/orgChart1"/>
    <dgm:cxn modelId="{B6FDC856-4C0E-4E1A-AC4C-83476E72389F}" type="presParOf" srcId="{DD5C3F0D-F191-423C-BEC9-763576F854C3}" destId="{4A26B99A-F4E6-4804-90F7-925F9E50D2A2}" srcOrd="1" destOrd="0" presId="urn:microsoft.com/office/officeart/2005/8/layout/orgChart1"/>
    <dgm:cxn modelId="{9E9AE686-5CC0-43C9-80C8-557B9BC56769}" type="presParOf" srcId="{6235DFCF-278C-4837-9CC5-FBED3CCB94E7}" destId="{1EACAE25-1C43-4DB1-9FFA-6CF23F55CEF3}" srcOrd="1" destOrd="0" presId="urn:microsoft.com/office/officeart/2005/8/layout/orgChart1"/>
    <dgm:cxn modelId="{F6F653F1-3548-4520-AFD2-6875D9E65E04}" type="presParOf" srcId="{1EACAE25-1C43-4DB1-9FFA-6CF23F55CEF3}" destId="{3B9A6876-AD23-42E2-8E15-DD3B65A58A24}" srcOrd="0" destOrd="0" presId="urn:microsoft.com/office/officeart/2005/8/layout/orgChart1"/>
    <dgm:cxn modelId="{62754A6B-3B96-466D-9637-19F78844C280}" type="presParOf" srcId="{1EACAE25-1C43-4DB1-9FFA-6CF23F55CEF3}" destId="{C739C8AF-5FAA-441E-8597-1F5AA8752803}" srcOrd="1" destOrd="0" presId="urn:microsoft.com/office/officeart/2005/8/layout/orgChart1"/>
    <dgm:cxn modelId="{E35F21B5-0A9C-47B3-9EC3-C7DA407B394B}" type="presParOf" srcId="{C739C8AF-5FAA-441E-8597-1F5AA8752803}" destId="{514DDD7F-203B-46F2-B926-B70B753CF90F}" srcOrd="0" destOrd="0" presId="urn:microsoft.com/office/officeart/2005/8/layout/orgChart1"/>
    <dgm:cxn modelId="{8C7E8AC2-3905-433A-879A-12D0CA2A46B2}" type="presParOf" srcId="{514DDD7F-203B-46F2-B926-B70B753CF90F}" destId="{CB42AFC1-7E82-44F7-999E-2EB414472B35}" srcOrd="0" destOrd="0" presId="urn:microsoft.com/office/officeart/2005/8/layout/orgChart1"/>
    <dgm:cxn modelId="{004B5D69-1383-42D4-BEB0-FE7EE0C830A4}" type="presParOf" srcId="{514DDD7F-203B-46F2-B926-B70B753CF90F}" destId="{B86C636C-3F8C-407C-BC8A-A46F2054BC79}" srcOrd="1" destOrd="0" presId="urn:microsoft.com/office/officeart/2005/8/layout/orgChart1"/>
    <dgm:cxn modelId="{50AB7CFB-1D95-401D-A5FC-AA8A9915DC79}" type="presParOf" srcId="{C739C8AF-5FAA-441E-8597-1F5AA8752803}" destId="{0109D7D3-DCF7-4ACD-BB6E-738EBF02970F}" srcOrd="1" destOrd="0" presId="urn:microsoft.com/office/officeart/2005/8/layout/orgChart1"/>
    <dgm:cxn modelId="{6C5C24E1-37C2-42E7-8BB4-7F5E8D7895AD}" type="presParOf" srcId="{0109D7D3-DCF7-4ACD-BB6E-738EBF02970F}" destId="{3CB1F02B-C832-439B-A3E8-24E7737E3E59}" srcOrd="0" destOrd="0" presId="urn:microsoft.com/office/officeart/2005/8/layout/orgChart1"/>
    <dgm:cxn modelId="{79D6F72E-F89D-4F6A-B793-8F4CF214E46D}" type="presParOf" srcId="{0109D7D3-DCF7-4ACD-BB6E-738EBF02970F}" destId="{D6DA83BB-9C61-48F7-9975-7B8B366D6127}" srcOrd="1" destOrd="0" presId="urn:microsoft.com/office/officeart/2005/8/layout/orgChart1"/>
    <dgm:cxn modelId="{13C54290-6B00-4862-B06B-B83D64A54ADA}" type="presParOf" srcId="{D6DA83BB-9C61-48F7-9975-7B8B366D6127}" destId="{61CB9290-D542-4076-A5DB-1580BBA09D08}" srcOrd="0" destOrd="0" presId="urn:microsoft.com/office/officeart/2005/8/layout/orgChart1"/>
    <dgm:cxn modelId="{F9BEECDD-1059-4C13-9303-A2A819026619}" type="presParOf" srcId="{61CB9290-D542-4076-A5DB-1580BBA09D08}" destId="{551C0E05-83F8-41EF-8082-FB7987384416}" srcOrd="0" destOrd="0" presId="urn:microsoft.com/office/officeart/2005/8/layout/orgChart1"/>
    <dgm:cxn modelId="{4D36F5E0-8941-4931-85B5-9C5DEAC07A97}" type="presParOf" srcId="{61CB9290-D542-4076-A5DB-1580BBA09D08}" destId="{C65C9A71-AEC4-49FF-8FE2-CC0891123254}" srcOrd="1" destOrd="0" presId="urn:microsoft.com/office/officeart/2005/8/layout/orgChart1"/>
    <dgm:cxn modelId="{1DAA7BC6-4D4E-4DA7-8014-440BEAFB2A78}" type="presParOf" srcId="{D6DA83BB-9C61-48F7-9975-7B8B366D6127}" destId="{334659C1-6E90-49D8-8B66-CEA1DC8F9E9D}" srcOrd="1" destOrd="0" presId="urn:microsoft.com/office/officeart/2005/8/layout/orgChart1"/>
    <dgm:cxn modelId="{96D846ED-525D-4739-A938-A4A67AA5753B}" type="presParOf" srcId="{334659C1-6E90-49D8-8B66-CEA1DC8F9E9D}" destId="{E51B5B51-4DAF-411D-83D2-8204993136B2}" srcOrd="0" destOrd="0" presId="urn:microsoft.com/office/officeart/2005/8/layout/orgChart1"/>
    <dgm:cxn modelId="{E1605726-9198-4B50-90DA-5C5BA7882CAB}" type="presParOf" srcId="{334659C1-6E90-49D8-8B66-CEA1DC8F9E9D}" destId="{34D6ECFA-DAF4-4C0F-B630-F46855E1E956}" srcOrd="1" destOrd="0" presId="urn:microsoft.com/office/officeart/2005/8/layout/orgChart1"/>
    <dgm:cxn modelId="{14FAA777-49A1-46FE-B1AC-AC29360CEABC}" type="presParOf" srcId="{34D6ECFA-DAF4-4C0F-B630-F46855E1E956}" destId="{F697A769-C7C2-4562-94C0-3126BD1136B7}" srcOrd="0" destOrd="0" presId="urn:microsoft.com/office/officeart/2005/8/layout/orgChart1"/>
    <dgm:cxn modelId="{9AE095FC-DAA8-46E8-84F9-FE65B5986982}" type="presParOf" srcId="{F697A769-C7C2-4562-94C0-3126BD1136B7}" destId="{6165F846-E1BE-4FFF-8C5C-6A81A57D04DB}" srcOrd="0" destOrd="0" presId="urn:microsoft.com/office/officeart/2005/8/layout/orgChart1"/>
    <dgm:cxn modelId="{99B027C4-0820-49EB-8EDE-285B4DD93CD4}" type="presParOf" srcId="{F697A769-C7C2-4562-94C0-3126BD1136B7}" destId="{1911C168-7774-4E58-8F36-FD62EFABFE05}" srcOrd="1" destOrd="0" presId="urn:microsoft.com/office/officeart/2005/8/layout/orgChart1"/>
    <dgm:cxn modelId="{09A74BD3-8548-40F0-9E8C-89E5AC049FE1}" type="presParOf" srcId="{34D6ECFA-DAF4-4C0F-B630-F46855E1E956}" destId="{D92C78DD-7126-40C7-980E-A965C1F0229C}" srcOrd="1" destOrd="0" presId="urn:microsoft.com/office/officeart/2005/8/layout/orgChart1"/>
    <dgm:cxn modelId="{24185CD3-E5BA-44C9-84EB-178AC4C09245}" type="presParOf" srcId="{D92C78DD-7126-40C7-980E-A965C1F0229C}" destId="{9174CE63-3132-4FCF-B669-1ACC4AD9C683}" srcOrd="0" destOrd="0" presId="urn:microsoft.com/office/officeart/2005/8/layout/orgChart1"/>
    <dgm:cxn modelId="{A587F8C7-F214-41AD-8BCF-B2388ECD27B3}" type="presParOf" srcId="{D92C78DD-7126-40C7-980E-A965C1F0229C}" destId="{1B371728-E1FE-455E-8D53-569452DC6D27}" srcOrd="1" destOrd="0" presId="urn:microsoft.com/office/officeart/2005/8/layout/orgChart1"/>
    <dgm:cxn modelId="{92FADF98-E41C-4F58-9454-A0E0691DCB22}" type="presParOf" srcId="{1B371728-E1FE-455E-8D53-569452DC6D27}" destId="{A0A25266-D58B-41CC-A3D7-99D988D97EB7}" srcOrd="0" destOrd="0" presId="urn:microsoft.com/office/officeart/2005/8/layout/orgChart1"/>
    <dgm:cxn modelId="{2C5107E0-EB87-4460-BA39-BE866A658E4C}" type="presParOf" srcId="{A0A25266-D58B-41CC-A3D7-99D988D97EB7}" destId="{DB6EB793-2871-4637-A8CA-2410DF35C28B}" srcOrd="0" destOrd="0" presId="urn:microsoft.com/office/officeart/2005/8/layout/orgChart1"/>
    <dgm:cxn modelId="{8D80F6F5-1812-4E12-A671-0C1650DA643C}" type="presParOf" srcId="{A0A25266-D58B-41CC-A3D7-99D988D97EB7}" destId="{5F6C3610-17CB-404C-9728-F94590D27399}" srcOrd="1" destOrd="0" presId="urn:microsoft.com/office/officeart/2005/8/layout/orgChart1"/>
    <dgm:cxn modelId="{31AC0203-8AA6-4A04-89A5-CB3E0DD788F0}" type="presParOf" srcId="{1B371728-E1FE-455E-8D53-569452DC6D27}" destId="{A84FCFB9-CF49-4A70-BAFC-B9ADEE2DD64E}" srcOrd="1" destOrd="0" presId="urn:microsoft.com/office/officeart/2005/8/layout/orgChart1"/>
    <dgm:cxn modelId="{2C29BA95-5299-4392-B4FF-5F89FC1BDCB9}" type="presParOf" srcId="{1B371728-E1FE-455E-8D53-569452DC6D27}" destId="{1E495C82-48C4-46A3-97D2-34278014BFB5}" srcOrd="2" destOrd="0" presId="urn:microsoft.com/office/officeart/2005/8/layout/orgChart1"/>
    <dgm:cxn modelId="{0643973C-B3B6-4B81-BB10-00A61E0B9F31}" type="presParOf" srcId="{34D6ECFA-DAF4-4C0F-B630-F46855E1E956}" destId="{CA227D03-0B41-4668-AAB3-2B2676B65FF0}" srcOrd="2" destOrd="0" presId="urn:microsoft.com/office/officeart/2005/8/layout/orgChart1"/>
    <dgm:cxn modelId="{02F55A4E-AC86-419F-B830-C58535253E90}" type="presParOf" srcId="{334659C1-6E90-49D8-8B66-CEA1DC8F9E9D}" destId="{F9FDCD49-ACE6-44B4-A845-8DBFE0295648}" srcOrd="2" destOrd="0" presId="urn:microsoft.com/office/officeart/2005/8/layout/orgChart1"/>
    <dgm:cxn modelId="{FBDC6C27-2F05-47AF-B2D7-28760CC00B96}" type="presParOf" srcId="{334659C1-6E90-49D8-8B66-CEA1DC8F9E9D}" destId="{C3754367-C5C2-4DF6-80AF-981FC63CA7BF}" srcOrd="3" destOrd="0" presId="urn:microsoft.com/office/officeart/2005/8/layout/orgChart1"/>
    <dgm:cxn modelId="{91854AD2-CEE0-4922-8BDB-B909B59D1714}" type="presParOf" srcId="{C3754367-C5C2-4DF6-80AF-981FC63CA7BF}" destId="{239DB303-F1BC-4B5A-835C-3D8FC0BF3DF4}" srcOrd="0" destOrd="0" presId="urn:microsoft.com/office/officeart/2005/8/layout/orgChart1"/>
    <dgm:cxn modelId="{C194458F-4FD6-4E0A-8D38-7B988B49E310}" type="presParOf" srcId="{239DB303-F1BC-4B5A-835C-3D8FC0BF3DF4}" destId="{0F0420FE-E6A0-4355-8965-A0952EBCB0F2}" srcOrd="0" destOrd="0" presId="urn:microsoft.com/office/officeart/2005/8/layout/orgChart1"/>
    <dgm:cxn modelId="{F7D8D0E0-6089-4FB9-B0FB-58AC3839F367}" type="presParOf" srcId="{239DB303-F1BC-4B5A-835C-3D8FC0BF3DF4}" destId="{2598EA37-27BD-4128-8FFB-E8E4A726D0D9}" srcOrd="1" destOrd="0" presId="urn:microsoft.com/office/officeart/2005/8/layout/orgChart1"/>
    <dgm:cxn modelId="{51184459-6A94-49BF-A193-AB831C194D09}" type="presParOf" srcId="{C3754367-C5C2-4DF6-80AF-981FC63CA7BF}" destId="{D6AD5886-D0B2-49A9-A644-DE38D4D21D0A}" srcOrd="1" destOrd="0" presId="urn:microsoft.com/office/officeart/2005/8/layout/orgChart1"/>
    <dgm:cxn modelId="{0433DD9B-C8AD-4A1B-9CB5-89040B16BF4E}" type="presParOf" srcId="{D6AD5886-D0B2-49A9-A644-DE38D4D21D0A}" destId="{31DAB791-C026-4D95-9764-3D8D604BD910}" srcOrd="0" destOrd="0" presId="urn:microsoft.com/office/officeart/2005/8/layout/orgChart1"/>
    <dgm:cxn modelId="{DEF05EEE-C658-41FD-AC4D-5FBA4E6E09E3}" type="presParOf" srcId="{D6AD5886-D0B2-49A9-A644-DE38D4D21D0A}" destId="{366B7346-F660-44DD-A083-1E7BBD9B4C14}" srcOrd="1" destOrd="0" presId="urn:microsoft.com/office/officeart/2005/8/layout/orgChart1"/>
    <dgm:cxn modelId="{25441E93-FE23-4E20-80BB-9C0DCFE65DC5}" type="presParOf" srcId="{366B7346-F660-44DD-A083-1E7BBD9B4C14}" destId="{768781F8-C320-4C21-AFF8-111D564EA872}" srcOrd="0" destOrd="0" presId="urn:microsoft.com/office/officeart/2005/8/layout/orgChart1"/>
    <dgm:cxn modelId="{5C2D8488-6A0E-42B4-AAE3-73C06148B1BE}" type="presParOf" srcId="{768781F8-C320-4C21-AFF8-111D564EA872}" destId="{79FC172D-B7FA-4A5B-BE3D-1DD29DDF0C65}" srcOrd="0" destOrd="0" presId="urn:microsoft.com/office/officeart/2005/8/layout/orgChart1"/>
    <dgm:cxn modelId="{E8F839DA-9408-4658-AFEE-48679C4D0A70}" type="presParOf" srcId="{768781F8-C320-4C21-AFF8-111D564EA872}" destId="{BC86EE5F-915C-423A-BAC0-2DFA70915D0D}" srcOrd="1" destOrd="0" presId="urn:microsoft.com/office/officeart/2005/8/layout/orgChart1"/>
    <dgm:cxn modelId="{732A2AAC-C2EF-41A8-BB07-6A0AA4396B5A}" type="presParOf" srcId="{366B7346-F660-44DD-A083-1E7BBD9B4C14}" destId="{9C8CD1F0-AD69-47FB-88CC-283EBB461261}" srcOrd="1" destOrd="0" presId="urn:microsoft.com/office/officeart/2005/8/layout/orgChart1"/>
    <dgm:cxn modelId="{1330D2D0-80E7-40CE-9BB3-AB33A7408398}" type="presParOf" srcId="{9C8CD1F0-AD69-47FB-88CC-283EBB461261}" destId="{A287FC92-32D4-49E3-82E6-D29FE926D094}" srcOrd="0" destOrd="0" presId="urn:microsoft.com/office/officeart/2005/8/layout/orgChart1"/>
    <dgm:cxn modelId="{FBE2ADD2-18FA-4CF4-BDC1-DE2773533BE4}" type="presParOf" srcId="{9C8CD1F0-AD69-47FB-88CC-283EBB461261}" destId="{31F3D8CD-DE89-446A-B0AC-6F5914DF4492}" srcOrd="1" destOrd="0" presId="urn:microsoft.com/office/officeart/2005/8/layout/orgChart1"/>
    <dgm:cxn modelId="{6E9DB2FE-EBEC-4AE0-B265-B557E271EF1F}" type="presParOf" srcId="{31F3D8CD-DE89-446A-B0AC-6F5914DF4492}" destId="{A4D0EB20-BEEE-4C53-A601-ACE1578E44FD}" srcOrd="0" destOrd="0" presId="urn:microsoft.com/office/officeart/2005/8/layout/orgChart1"/>
    <dgm:cxn modelId="{EEA1502D-1FAD-4329-A0C6-FF1934D464B6}" type="presParOf" srcId="{A4D0EB20-BEEE-4C53-A601-ACE1578E44FD}" destId="{E4ECF677-AE9A-4D27-A095-90F4C088B74C}" srcOrd="0" destOrd="0" presId="urn:microsoft.com/office/officeart/2005/8/layout/orgChart1"/>
    <dgm:cxn modelId="{92F67F4D-A7C5-401C-B398-87A8C7D0B25C}" type="presParOf" srcId="{A4D0EB20-BEEE-4C53-A601-ACE1578E44FD}" destId="{DE7B8197-4316-48A6-9459-129A999E9A9E}" srcOrd="1" destOrd="0" presId="urn:microsoft.com/office/officeart/2005/8/layout/orgChart1"/>
    <dgm:cxn modelId="{5A9DC5D4-1189-4256-85CB-176747ABF646}" type="presParOf" srcId="{31F3D8CD-DE89-446A-B0AC-6F5914DF4492}" destId="{EDBDAFEA-5F7D-4869-9576-6A55B5D580D7}" srcOrd="1" destOrd="0" presId="urn:microsoft.com/office/officeart/2005/8/layout/orgChart1"/>
    <dgm:cxn modelId="{C34B7614-D0BB-4B00-A94B-2AB273DBDF5E}" type="presParOf" srcId="{EDBDAFEA-5F7D-4869-9576-6A55B5D580D7}" destId="{F4344DAC-2B21-4714-AD02-51AC95AFCD9D}" srcOrd="0" destOrd="0" presId="urn:microsoft.com/office/officeart/2005/8/layout/orgChart1"/>
    <dgm:cxn modelId="{02A17041-0AB3-453A-8916-0CEDC95FA086}" type="presParOf" srcId="{EDBDAFEA-5F7D-4869-9576-6A55B5D580D7}" destId="{B67B851F-8204-44F4-A71E-384667B56AA6}" srcOrd="1" destOrd="0" presId="urn:microsoft.com/office/officeart/2005/8/layout/orgChart1"/>
    <dgm:cxn modelId="{9980EC0B-3756-433C-8B81-0ECEA7C6E1F1}" type="presParOf" srcId="{B67B851F-8204-44F4-A71E-384667B56AA6}" destId="{096C6DBC-5166-45E2-8892-05AA32536267}" srcOrd="0" destOrd="0" presId="urn:microsoft.com/office/officeart/2005/8/layout/orgChart1"/>
    <dgm:cxn modelId="{4C2820D3-3F22-4CBE-B050-B522A686C970}" type="presParOf" srcId="{096C6DBC-5166-45E2-8892-05AA32536267}" destId="{9C51AF24-6AFE-4648-8131-C67B048B0E28}" srcOrd="0" destOrd="0" presId="urn:microsoft.com/office/officeart/2005/8/layout/orgChart1"/>
    <dgm:cxn modelId="{A575EF78-0170-4CD5-9F22-C3867C13DAD6}" type="presParOf" srcId="{096C6DBC-5166-45E2-8892-05AA32536267}" destId="{C41F3A7F-2B8C-4AF6-866A-BBE02A5C5B3F}" srcOrd="1" destOrd="0" presId="urn:microsoft.com/office/officeart/2005/8/layout/orgChart1"/>
    <dgm:cxn modelId="{30498551-63F2-4EF3-BE17-B54BA84B6F28}" type="presParOf" srcId="{B67B851F-8204-44F4-A71E-384667B56AA6}" destId="{E439B31A-5434-4B19-9DF0-30E6601DAF03}" srcOrd="1" destOrd="0" presId="urn:microsoft.com/office/officeart/2005/8/layout/orgChart1"/>
    <dgm:cxn modelId="{4FED2827-47D0-4432-A3D1-3062D6FA48A3}" type="presParOf" srcId="{B67B851F-8204-44F4-A71E-384667B56AA6}" destId="{9DF49B5D-5784-4641-9C7B-104B63040577}" srcOrd="2" destOrd="0" presId="urn:microsoft.com/office/officeart/2005/8/layout/orgChart1"/>
    <dgm:cxn modelId="{BEC72A5D-63F8-486A-A259-16BDD4A6FBEE}" type="presParOf" srcId="{EDBDAFEA-5F7D-4869-9576-6A55B5D580D7}" destId="{A7E8DAC4-A803-4FDE-B6E1-5AE3944F5551}" srcOrd="2" destOrd="0" presId="urn:microsoft.com/office/officeart/2005/8/layout/orgChart1"/>
    <dgm:cxn modelId="{2D711C71-0A40-4111-A3FF-5A2082FBA284}" type="presParOf" srcId="{EDBDAFEA-5F7D-4869-9576-6A55B5D580D7}" destId="{72701B6E-A844-41D2-AB0E-997AA6EE8D77}" srcOrd="3" destOrd="0" presId="urn:microsoft.com/office/officeart/2005/8/layout/orgChart1"/>
    <dgm:cxn modelId="{7E6F8F49-FE74-49BE-8A56-F38FC0B85133}" type="presParOf" srcId="{72701B6E-A844-41D2-AB0E-997AA6EE8D77}" destId="{9BD217F5-C508-428E-A55B-17217DF5F93B}" srcOrd="0" destOrd="0" presId="urn:microsoft.com/office/officeart/2005/8/layout/orgChart1"/>
    <dgm:cxn modelId="{871E4EC4-2EBA-4AFA-9C88-DD67606EECE1}" type="presParOf" srcId="{9BD217F5-C508-428E-A55B-17217DF5F93B}" destId="{A9C62508-CFF5-4A93-9B69-E20F281D92C2}" srcOrd="0" destOrd="0" presId="urn:microsoft.com/office/officeart/2005/8/layout/orgChart1"/>
    <dgm:cxn modelId="{7241D355-58A5-4748-8416-3FEDEA02E7F6}" type="presParOf" srcId="{9BD217F5-C508-428E-A55B-17217DF5F93B}" destId="{69F590F6-64CC-431C-8A7D-D85C3F535235}" srcOrd="1" destOrd="0" presId="urn:microsoft.com/office/officeart/2005/8/layout/orgChart1"/>
    <dgm:cxn modelId="{8329B90E-B115-401F-B793-D034C0A7D229}" type="presParOf" srcId="{72701B6E-A844-41D2-AB0E-997AA6EE8D77}" destId="{EB275D48-911F-4089-862A-B7F89E086506}" srcOrd="1" destOrd="0" presId="urn:microsoft.com/office/officeart/2005/8/layout/orgChart1"/>
    <dgm:cxn modelId="{3AF20151-8341-42B2-958B-ED4AF34E76FE}" type="presParOf" srcId="{EB275D48-911F-4089-862A-B7F89E086506}" destId="{1B78C9F4-E6BE-4693-8E6B-D722DBDCFD3B}" srcOrd="0" destOrd="0" presId="urn:microsoft.com/office/officeart/2005/8/layout/orgChart1"/>
    <dgm:cxn modelId="{ED72579D-0D0D-410F-987C-9A70FD6BAE19}" type="presParOf" srcId="{EB275D48-911F-4089-862A-B7F89E086506}" destId="{32E118B4-A8D3-4BA9-9022-99FA32C55D56}" srcOrd="1" destOrd="0" presId="urn:microsoft.com/office/officeart/2005/8/layout/orgChart1"/>
    <dgm:cxn modelId="{2A74A3C0-8DC2-4460-8103-F02829ABF171}" type="presParOf" srcId="{32E118B4-A8D3-4BA9-9022-99FA32C55D56}" destId="{FAE8FDD7-8A41-45DC-B723-2E19B0DD9F9F}" srcOrd="0" destOrd="0" presId="urn:microsoft.com/office/officeart/2005/8/layout/orgChart1"/>
    <dgm:cxn modelId="{BB062BA5-75CF-413C-A37C-DB1617A667F8}" type="presParOf" srcId="{FAE8FDD7-8A41-45DC-B723-2E19B0DD9F9F}" destId="{2BE9278B-A5C3-40B2-8D70-441316BEED7E}" srcOrd="0" destOrd="0" presId="urn:microsoft.com/office/officeart/2005/8/layout/orgChart1"/>
    <dgm:cxn modelId="{23AB23A8-37A8-4DD4-B380-AEC87F5B9E21}" type="presParOf" srcId="{FAE8FDD7-8A41-45DC-B723-2E19B0DD9F9F}" destId="{2CA32F4B-7140-417D-8A93-81659C5354B4}" srcOrd="1" destOrd="0" presId="urn:microsoft.com/office/officeart/2005/8/layout/orgChart1"/>
    <dgm:cxn modelId="{20BCF0F8-378E-4E3C-ADF1-CDD78362F0CA}" type="presParOf" srcId="{32E118B4-A8D3-4BA9-9022-99FA32C55D56}" destId="{CBC19DFB-E93F-4A16-AFF8-F6B869B46961}" srcOrd="1" destOrd="0" presId="urn:microsoft.com/office/officeart/2005/8/layout/orgChart1"/>
    <dgm:cxn modelId="{27EC211A-D7EE-4CAF-A5B5-D30CF72C254B}" type="presParOf" srcId="{32E118B4-A8D3-4BA9-9022-99FA32C55D56}" destId="{26A727E9-6856-4A6E-BB0C-3189D952ED95}" srcOrd="2" destOrd="0" presId="urn:microsoft.com/office/officeart/2005/8/layout/orgChart1"/>
    <dgm:cxn modelId="{55ADFFFB-B1E5-4512-90C4-40F389E0269F}" type="presParOf" srcId="{72701B6E-A844-41D2-AB0E-997AA6EE8D77}" destId="{BCD3DCF8-F90C-424E-988D-CD9082F8510E}" srcOrd="2" destOrd="0" presId="urn:microsoft.com/office/officeart/2005/8/layout/orgChart1"/>
    <dgm:cxn modelId="{E263DAAD-15CA-47B6-A389-1974F4361840}" type="presParOf" srcId="{EDBDAFEA-5F7D-4869-9576-6A55B5D580D7}" destId="{B5201570-11F2-4C13-9101-BB355A1445F1}" srcOrd="4" destOrd="0" presId="urn:microsoft.com/office/officeart/2005/8/layout/orgChart1"/>
    <dgm:cxn modelId="{9DEAAFCD-A614-4F0F-805F-B031433F1A69}" type="presParOf" srcId="{EDBDAFEA-5F7D-4869-9576-6A55B5D580D7}" destId="{11C02163-5C51-4C07-A2A1-7D2818D6757D}" srcOrd="5" destOrd="0" presId="urn:microsoft.com/office/officeart/2005/8/layout/orgChart1"/>
    <dgm:cxn modelId="{BBF63DAE-9663-4CBD-8E67-2DF1F1564332}" type="presParOf" srcId="{11C02163-5C51-4C07-A2A1-7D2818D6757D}" destId="{DE66B5AA-490E-4F45-988F-84A31F143597}" srcOrd="0" destOrd="0" presId="urn:microsoft.com/office/officeart/2005/8/layout/orgChart1"/>
    <dgm:cxn modelId="{327387CB-613A-462E-A4E6-E6CB121EE96A}" type="presParOf" srcId="{DE66B5AA-490E-4F45-988F-84A31F143597}" destId="{8E587FF5-2FDE-4CAF-A8D2-0F485169D165}" srcOrd="0" destOrd="0" presId="urn:microsoft.com/office/officeart/2005/8/layout/orgChart1"/>
    <dgm:cxn modelId="{A28F076A-7829-4AE3-836E-926AED890532}" type="presParOf" srcId="{DE66B5AA-490E-4F45-988F-84A31F143597}" destId="{7935AF0C-DEA2-422D-A907-4381FC8E55B3}" srcOrd="1" destOrd="0" presId="urn:microsoft.com/office/officeart/2005/8/layout/orgChart1"/>
    <dgm:cxn modelId="{A87C7DFA-6652-4211-80C7-6AC2B15D806B}" type="presParOf" srcId="{11C02163-5C51-4C07-A2A1-7D2818D6757D}" destId="{F2E6D689-3DB2-4E2E-B1D8-CD96DDE6C333}" srcOrd="1" destOrd="0" presId="urn:microsoft.com/office/officeart/2005/8/layout/orgChart1"/>
    <dgm:cxn modelId="{DF8C7A30-F2E8-43C7-B43F-38EBA3D3B9A5}" type="presParOf" srcId="{F2E6D689-3DB2-4E2E-B1D8-CD96DDE6C333}" destId="{52AE651D-2645-4325-9559-576B932016DB}" srcOrd="0" destOrd="0" presId="urn:microsoft.com/office/officeart/2005/8/layout/orgChart1"/>
    <dgm:cxn modelId="{B94FD9AE-04E1-4BB4-B137-2C000BF8AD94}" type="presParOf" srcId="{F2E6D689-3DB2-4E2E-B1D8-CD96DDE6C333}" destId="{B756AD07-209D-4CBE-ABC8-F91BA77F4F60}" srcOrd="1" destOrd="0" presId="urn:microsoft.com/office/officeart/2005/8/layout/orgChart1"/>
    <dgm:cxn modelId="{7BEA9C29-B9BB-490D-94E8-9EE55027EC0D}" type="presParOf" srcId="{B756AD07-209D-4CBE-ABC8-F91BA77F4F60}" destId="{5498B322-B37E-46AD-ABBA-545BC186B0D4}" srcOrd="0" destOrd="0" presId="urn:microsoft.com/office/officeart/2005/8/layout/orgChart1"/>
    <dgm:cxn modelId="{8506BB9E-D57E-4C5A-BDC3-54C7A0F3561E}" type="presParOf" srcId="{5498B322-B37E-46AD-ABBA-545BC186B0D4}" destId="{6D6D717D-E892-48A3-BA0B-94D6336BA611}" srcOrd="0" destOrd="0" presId="urn:microsoft.com/office/officeart/2005/8/layout/orgChart1"/>
    <dgm:cxn modelId="{A2665470-1175-4128-90CD-C32054041649}" type="presParOf" srcId="{5498B322-B37E-46AD-ABBA-545BC186B0D4}" destId="{21245BE3-E7DD-4930-84EC-FB87E12EF476}" srcOrd="1" destOrd="0" presId="urn:microsoft.com/office/officeart/2005/8/layout/orgChart1"/>
    <dgm:cxn modelId="{1B1CFDBE-DEF6-4B74-9BEE-3195A046DCCD}" type="presParOf" srcId="{B756AD07-209D-4CBE-ABC8-F91BA77F4F60}" destId="{8F2562E0-ABD3-48AE-A8B7-D22B652AB897}" srcOrd="1" destOrd="0" presId="urn:microsoft.com/office/officeart/2005/8/layout/orgChart1"/>
    <dgm:cxn modelId="{6C8039E2-1374-45C7-B89C-C31AE7FB5A8C}" type="presParOf" srcId="{B756AD07-209D-4CBE-ABC8-F91BA77F4F60}" destId="{72C1CF45-5FCD-49F7-846D-007DF4A0F6D8}" srcOrd="2" destOrd="0" presId="urn:microsoft.com/office/officeart/2005/8/layout/orgChart1"/>
    <dgm:cxn modelId="{21C9D9EA-FE75-4516-AD72-E3A979367687}" type="presParOf" srcId="{11C02163-5C51-4C07-A2A1-7D2818D6757D}" destId="{742FFCB6-3DF9-4697-9580-0F291C156062}" srcOrd="2" destOrd="0" presId="urn:microsoft.com/office/officeart/2005/8/layout/orgChart1"/>
    <dgm:cxn modelId="{E3B0476F-B62C-4555-9965-3B78D1ED08F6}" type="presParOf" srcId="{31F3D8CD-DE89-446A-B0AC-6F5914DF4492}" destId="{1EDD933A-8945-4CEB-BE40-ED665332DE5A}" srcOrd="2" destOrd="0" presId="urn:microsoft.com/office/officeart/2005/8/layout/orgChart1"/>
    <dgm:cxn modelId="{B95A4829-C457-4F99-BB75-71D775825EE3}" type="presParOf" srcId="{9C8CD1F0-AD69-47FB-88CC-283EBB461261}" destId="{7CF77F46-B842-4983-BD33-8200B628E408}" srcOrd="2" destOrd="0" presId="urn:microsoft.com/office/officeart/2005/8/layout/orgChart1"/>
    <dgm:cxn modelId="{5BC3E49A-6582-4C44-AE14-E4B2541ED101}" type="presParOf" srcId="{9C8CD1F0-AD69-47FB-88CC-283EBB461261}" destId="{4E43C39C-22C9-4377-891F-F9D4BEEE073F}" srcOrd="3" destOrd="0" presId="urn:microsoft.com/office/officeart/2005/8/layout/orgChart1"/>
    <dgm:cxn modelId="{FD6CCCA0-3273-4EFD-BC8F-C39DF2D888A9}" type="presParOf" srcId="{4E43C39C-22C9-4377-891F-F9D4BEEE073F}" destId="{063C4BD0-420A-431D-836D-CC21010B3586}" srcOrd="0" destOrd="0" presId="urn:microsoft.com/office/officeart/2005/8/layout/orgChart1"/>
    <dgm:cxn modelId="{49905D98-D49D-4737-A6EE-67EBFEB8398A}" type="presParOf" srcId="{063C4BD0-420A-431D-836D-CC21010B3586}" destId="{8CF16189-1896-46D2-9112-118D816B05A3}" srcOrd="0" destOrd="0" presId="urn:microsoft.com/office/officeart/2005/8/layout/orgChart1"/>
    <dgm:cxn modelId="{CA2AF6B2-876A-46C9-A005-5534BCB996A3}" type="presParOf" srcId="{063C4BD0-420A-431D-836D-CC21010B3586}" destId="{B8C29CC3-185A-44E8-9C00-6362003FF34A}" srcOrd="1" destOrd="0" presId="urn:microsoft.com/office/officeart/2005/8/layout/orgChart1"/>
    <dgm:cxn modelId="{9BB9385C-7C83-42B8-BC89-6A56F033F9C0}" type="presParOf" srcId="{4E43C39C-22C9-4377-891F-F9D4BEEE073F}" destId="{1D57B4AA-A174-4D2F-A901-E956C5E8672F}" srcOrd="1" destOrd="0" presId="urn:microsoft.com/office/officeart/2005/8/layout/orgChart1"/>
    <dgm:cxn modelId="{0F9B9321-59E0-40B9-9E93-BE622BAB8CE1}" type="presParOf" srcId="{1D57B4AA-A174-4D2F-A901-E956C5E8672F}" destId="{491A3FA2-5767-4DE4-8D46-39EA6472B9D7}" srcOrd="0" destOrd="0" presId="urn:microsoft.com/office/officeart/2005/8/layout/orgChart1"/>
    <dgm:cxn modelId="{AE7D34E2-558F-4576-BCDC-716BC3D4A476}" type="presParOf" srcId="{1D57B4AA-A174-4D2F-A901-E956C5E8672F}" destId="{10711824-FE10-42B3-9FFB-03963D05C194}" srcOrd="1" destOrd="0" presId="urn:microsoft.com/office/officeart/2005/8/layout/orgChart1"/>
    <dgm:cxn modelId="{EEDAD628-8BB8-4725-B1EB-16085E500EE3}" type="presParOf" srcId="{10711824-FE10-42B3-9FFB-03963D05C194}" destId="{8FD24F11-F11E-4B68-896B-AA0C63E923E4}" srcOrd="0" destOrd="0" presId="urn:microsoft.com/office/officeart/2005/8/layout/orgChart1"/>
    <dgm:cxn modelId="{F83D471F-E2CC-4901-BF09-E827FE716BD3}" type="presParOf" srcId="{8FD24F11-F11E-4B68-896B-AA0C63E923E4}" destId="{758DF8D5-AFFB-4396-8E7D-FD0B2B45B712}" srcOrd="0" destOrd="0" presId="urn:microsoft.com/office/officeart/2005/8/layout/orgChart1"/>
    <dgm:cxn modelId="{940145B7-2025-4991-BCA0-FB905F31494B}" type="presParOf" srcId="{8FD24F11-F11E-4B68-896B-AA0C63E923E4}" destId="{69F6D5F0-D9C8-4C24-BB05-8DB28496DB4B}" srcOrd="1" destOrd="0" presId="urn:microsoft.com/office/officeart/2005/8/layout/orgChart1"/>
    <dgm:cxn modelId="{7FFFAB9C-44BE-4A19-8D5E-9C13C2D4BE14}" type="presParOf" srcId="{10711824-FE10-42B3-9FFB-03963D05C194}" destId="{87D30432-D7E4-4A98-8EAD-1EED72DAEF27}" srcOrd="1" destOrd="0" presId="urn:microsoft.com/office/officeart/2005/8/layout/orgChart1"/>
    <dgm:cxn modelId="{A68D2EC2-59B9-45EC-8D81-68BE3F42BB90}" type="presParOf" srcId="{87D30432-D7E4-4A98-8EAD-1EED72DAEF27}" destId="{858D1AD0-9F5A-42C6-AAC9-33FCE7B9C0B8}" srcOrd="0" destOrd="0" presId="urn:microsoft.com/office/officeart/2005/8/layout/orgChart1"/>
    <dgm:cxn modelId="{DB6FAC33-5EAC-40B8-A9AE-000F4F9A2A64}" type="presParOf" srcId="{87D30432-D7E4-4A98-8EAD-1EED72DAEF27}" destId="{6025A273-6494-460A-8C07-AA9891ECF0A5}" srcOrd="1" destOrd="0" presId="urn:microsoft.com/office/officeart/2005/8/layout/orgChart1"/>
    <dgm:cxn modelId="{F4D5B26A-3FFC-4745-88A5-E49CAD936A84}" type="presParOf" srcId="{6025A273-6494-460A-8C07-AA9891ECF0A5}" destId="{6922028E-F25B-4343-990D-E82BEDFFBAAA}" srcOrd="0" destOrd="0" presId="urn:microsoft.com/office/officeart/2005/8/layout/orgChart1"/>
    <dgm:cxn modelId="{5B3724C8-2C5E-4BDE-9744-3CE22197864E}" type="presParOf" srcId="{6922028E-F25B-4343-990D-E82BEDFFBAAA}" destId="{5E28DC6B-9238-47D8-B54E-F55A4BF7BBD7}" srcOrd="0" destOrd="0" presId="urn:microsoft.com/office/officeart/2005/8/layout/orgChart1"/>
    <dgm:cxn modelId="{78839EBD-A6F6-4E80-9702-D7A246D9B12D}" type="presParOf" srcId="{6922028E-F25B-4343-990D-E82BEDFFBAAA}" destId="{8FF31A68-64CF-4944-90D1-610DC56F5FC9}" srcOrd="1" destOrd="0" presId="urn:microsoft.com/office/officeart/2005/8/layout/orgChart1"/>
    <dgm:cxn modelId="{7C1C5C49-B1E2-4BB0-96A9-6EAC4F93E588}" type="presParOf" srcId="{6025A273-6494-460A-8C07-AA9891ECF0A5}" destId="{9AE16E75-4982-4122-9394-5D481D85790D}" srcOrd="1" destOrd="0" presId="urn:microsoft.com/office/officeart/2005/8/layout/orgChart1"/>
    <dgm:cxn modelId="{191B1223-4254-4002-A93B-A0DA1349A5CD}" type="presParOf" srcId="{6025A273-6494-460A-8C07-AA9891ECF0A5}" destId="{163B3D62-E652-451C-977B-C1125B107B62}" srcOrd="2" destOrd="0" presId="urn:microsoft.com/office/officeart/2005/8/layout/orgChart1"/>
    <dgm:cxn modelId="{7E657591-A675-4CFE-AB61-3E48D7F284BB}" type="presParOf" srcId="{87D30432-D7E4-4A98-8EAD-1EED72DAEF27}" destId="{8C43EBEC-DEC9-4FE1-A7D2-5DC54CEAB7EB}" srcOrd="2" destOrd="0" presId="urn:microsoft.com/office/officeart/2005/8/layout/orgChart1"/>
    <dgm:cxn modelId="{0C168215-4575-48A7-B728-48E68349CDE1}" type="presParOf" srcId="{87D30432-D7E4-4A98-8EAD-1EED72DAEF27}" destId="{469283E2-E6DA-4012-A007-0F803803151C}" srcOrd="3" destOrd="0" presId="urn:microsoft.com/office/officeart/2005/8/layout/orgChart1"/>
    <dgm:cxn modelId="{B2932859-23A7-4761-9CF1-47CE48414AB5}" type="presParOf" srcId="{469283E2-E6DA-4012-A007-0F803803151C}" destId="{87B03935-E4E9-4568-A000-902B988B82C3}" srcOrd="0" destOrd="0" presId="urn:microsoft.com/office/officeart/2005/8/layout/orgChart1"/>
    <dgm:cxn modelId="{3C4915C5-06FC-4E66-81E7-ECD29CE15C3E}" type="presParOf" srcId="{87B03935-E4E9-4568-A000-902B988B82C3}" destId="{11BC59F4-07BA-4111-BC9B-80CF684117D9}" srcOrd="0" destOrd="0" presId="urn:microsoft.com/office/officeart/2005/8/layout/orgChart1"/>
    <dgm:cxn modelId="{13FE66C6-3BF2-4D2B-94A5-5F6E55ECF236}" type="presParOf" srcId="{87B03935-E4E9-4568-A000-902B988B82C3}" destId="{824918F4-1593-4227-8249-2784EA3EF008}" srcOrd="1" destOrd="0" presId="urn:microsoft.com/office/officeart/2005/8/layout/orgChart1"/>
    <dgm:cxn modelId="{8C156088-610A-4790-854E-2E01EEA9C073}" type="presParOf" srcId="{469283E2-E6DA-4012-A007-0F803803151C}" destId="{C71F0C91-F586-4BF9-8C8C-64BBA4D02BEF}" srcOrd="1" destOrd="0" presId="urn:microsoft.com/office/officeart/2005/8/layout/orgChart1"/>
    <dgm:cxn modelId="{B6BD677C-9EBE-490D-A9A5-9357E6A2728C}" type="presParOf" srcId="{C71F0C91-F586-4BF9-8C8C-64BBA4D02BEF}" destId="{B0C47959-7915-4078-B67E-3F57F786605F}" srcOrd="0" destOrd="0" presId="urn:microsoft.com/office/officeart/2005/8/layout/orgChart1"/>
    <dgm:cxn modelId="{F28279B5-7225-4AFE-976F-40115048AE9E}" type="presParOf" srcId="{C71F0C91-F586-4BF9-8C8C-64BBA4D02BEF}" destId="{9B9C9524-BFC0-4F07-B26E-228E62C2149C}" srcOrd="1" destOrd="0" presId="urn:microsoft.com/office/officeart/2005/8/layout/orgChart1"/>
    <dgm:cxn modelId="{51B206C6-F5D4-4DF4-9DF5-1B0AAF98A3D7}" type="presParOf" srcId="{9B9C9524-BFC0-4F07-B26E-228E62C2149C}" destId="{6A363AA1-82D5-4F56-BF3E-254242050C85}" srcOrd="0" destOrd="0" presId="urn:microsoft.com/office/officeart/2005/8/layout/orgChart1"/>
    <dgm:cxn modelId="{3F6B2599-7A5E-4425-9160-CD83BF8733B3}" type="presParOf" srcId="{6A363AA1-82D5-4F56-BF3E-254242050C85}" destId="{6A7080B9-CA27-499B-B4AD-40841BB79516}" srcOrd="0" destOrd="0" presId="urn:microsoft.com/office/officeart/2005/8/layout/orgChart1"/>
    <dgm:cxn modelId="{687CD30C-F8FD-441D-88A3-B2A1A647007A}" type="presParOf" srcId="{6A363AA1-82D5-4F56-BF3E-254242050C85}" destId="{7890DE70-5177-46E9-874F-72995C404396}" srcOrd="1" destOrd="0" presId="urn:microsoft.com/office/officeart/2005/8/layout/orgChart1"/>
    <dgm:cxn modelId="{0EFFA242-E765-4D25-9192-F702AF98BCBB}" type="presParOf" srcId="{9B9C9524-BFC0-4F07-B26E-228E62C2149C}" destId="{447AB3AC-B96F-4B65-84CF-A24B52A33511}" srcOrd="1" destOrd="0" presId="urn:microsoft.com/office/officeart/2005/8/layout/orgChart1"/>
    <dgm:cxn modelId="{67CE73EB-88A8-49EC-A06C-C7E05381FBCB}" type="presParOf" srcId="{9B9C9524-BFC0-4F07-B26E-228E62C2149C}" destId="{86B70DF9-9637-43FB-A51C-ED6272F8293A}" srcOrd="2" destOrd="0" presId="urn:microsoft.com/office/officeart/2005/8/layout/orgChart1"/>
    <dgm:cxn modelId="{6469D6EC-5D39-4C68-87C6-31C71C5B2FF2}" type="presParOf" srcId="{469283E2-E6DA-4012-A007-0F803803151C}" destId="{ECD8D786-FAF3-4336-9D17-C4EDC8F00959}" srcOrd="2" destOrd="0" presId="urn:microsoft.com/office/officeart/2005/8/layout/orgChart1"/>
    <dgm:cxn modelId="{F8720282-75AF-4CBB-B68A-34D99DA37C87}" type="presParOf" srcId="{87D30432-D7E4-4A98-8EAD-1EED72DAEF27}" destId="{EA073D68-4002-4460-B978-BC56D8DD9833}" srcOrd="4" destOrd="0" presId="urn:microsoft.com/office/officeart/2005/8/layout/orgChart1"/>
    <dgm:cxn modelId="{957DA33B-49A9-4B03-A8D3-39DED88B07F1}" type="presParOf" srcId="{87D30432-D7E4-4A98-8EAD-1EED72DAEF27}" destId="{261D89BC-077F-4AF0-ACFA-EFEF8DA0D000}" srcOrd="5" destOrd="0" presId="urn:microsoft.com/office/officeart/2005/8/layout/orgChart1"/>
    <dgm:cxn modelId="{F4A55A48-5F1C-411A-8A16-11B9A76733DB}" type="presParOf" srcId="{261D89BC-077F-4AF0-ACFA-EFEF8DA0D000}" destId="{13CD9019-A747-4F29-9059-45C1037AE0C8}" srcOrd="0" destOrd="0" presId="urn:microsoft.com/office/officeart/2005/8/layout/orgChart1"/>
    <dgm:cxn modelId="{DCCD218D-E5F1-49F2-8A51-E141DC62A461}" type="presParOf" srcId="{13CD9019-A747-4F29-9059-45C1037AE0C8}" destId="{BA7DD77B-8CB9-4B9E-9A8D-77A355B9CF45}" srcOrd="0" destOrd="0" presId="urn:microsoft.com/office/officeart/2005/8/layout/orgChart1"/>
    <dgm:cxn modelId="{BB818182-1446-41B6-BB31-A2BD6352E325}" type="presParOf" srcId="{13CD9019-A747-4F29-9059-45C1037AE0C8}" destId="{9CA7EBE7-8230-467F-90B9-F0745D625892}" srcOrd="1" destOrd="0" presId="urn:microsoft.com/office/officeart/2005/8/layout/orgChart1"/>
    <dgm:cxn modelId="{418C3D71-949C-4238-A321-5D17FC364996}" type="presParOf" srcId="{261D89BC-077F-4AF0-ACFA-EFEF8DA0D000}" destId="{7D5AE0BB-4FC9-4E4F-BFAD-C4245D2BBFE8}" srcOrd="1" destOrd="0" presId="urn:microsoft.com/office/officeart/2005/8/layout/orgChart1"/>
    <dgm:cxn modelId="{BEE9DEAB-3548-4EBF-97CE-4C5723A56FC8}" type="presParOf" srcId="{7D5AE0BB-4FC9-4E4F-BFAD-C4245D2BBFE8}" destId="{4809AD35-4BAB-4023-9C9D-94B0A6CE6576}" srcOrd="0" destOrd="0" presId="urn:microsoft.com/office/officeart/2005/8/layout/orgChart1"/>
    <dgm:cxn modelId="{0CCE1E9B-0111-4B30-A217-BDAC99DA1829}" type="presParOf" srcId="{7D5AE0BB-4FC9-4E4F-BFAD-C4245D2BBFE8}" destId="{8205BBFE-6080-4F8B-B226-0183F2FE0465}" srcOrd="1" destOrd="0" presId="urn:microsoft.com/office/officeart/2005/8/layout/orgChart1"/>
    <dgm:cxn modelId="{1200919E-E3A7-4018-99E8-55FDA4B0416C}" type="presParOf" srcId="{8205BBFE-6080-4F8B-B226-0183F2FE0465}" destId="{05FEA34A-2A33-439F-A176-2B6BCAC8313C}" srcOrd="0" destOrd="0" presId="urn:microsoft.com/office/officeart/2005/8/layout/orgChart1"/>
    <dgm:cxn modelId="{9DF7226F-88CF-4D07-BE18-9F53DD0D4447}" type="presParOf" srcId="{05FEA34A-2A33-439F-A176-2B6BCAC8313C}" destId="{D17725E8-9C12-41A1-A2C9-FD4A8D671B67}" srcOrd="0" destOrd="0" presId="urn:microsoft.com/office/officeart/2005/8/layout/orgChart1"/>
    <dgm:cxn modelId="{6A5F09BF-A762-4015-B950-D64AB55F2EBA}" type="presParOf" srcId="{05FEA34A-2A33-439F-A176-2B6BCAC8313C}" destId="{D778221B-623B-46B0-8E59-DB109EE36590}" srcOrd="1" destOrd="0" presId="urn:microsoft.com/office/officeart/2005/8/layout/orgChart1"/>
    <dgm:cxn modelId="{6259117D-0BA2-43E9-BC5A-D0DC4C2E0648}" type="presParOf" srcId="{8205BBFE-6080-4F8B-B226-0183F2FE0465}" destId="{B7C7737D-DF46-49AD-9101-6613CFB2D8D8}" srcOrd="1" destOrd="0" presId="urn:microsoft.com/office/officeart/2005/8/layout/orgChart1"/>
    <dgm:cxn modelId="{2FA057BA-088D-49D6-96F2-C4A1B4071BD7}" type="presParOf" srcId="{8205BBFE-6080-4F8B-B226-0183F2FE0465}" destId="{5D4205E8-9613-48BC-AFA6-5E6459688458}" srcOrd="2" destOrd="0" presId="urn:microsoft.com/office/officeart/2005/8/layout/orgChart1"/>
    <dgm:cxn modelId="{2AFDBD5F-B10D-4E3A-BE66-84D689ADEBA1}" type="presParOf" srcId="{261D89BC-077F-4AF0-ACFA-EFEF8DA0D000}" destId="{17831194-BFC0-4F61-9169-30A648E082A1}" srcOrd="2" destOrd="0" presId="urn:microsoft.com/office/officeart/2005/8/layout/orgChart1"/>
    <dgm:cxn modelId="{2203D6B1-2F3A-48CC-A1FE-09078C7B8FE0}" type="presParOf" srcId="{10711824-FE10-42B3-9FFB-03963D05C194}" destId="{04DD179D-30B9-4DC3-BB7D-9C25FB1AD2E7}" srcOrd="2" destOrd="0" presId="urn:microsoft.com/office/officeart/2005/8/layout/orgChart1"/>
    <dgm:cxn modelId="{B817C0F9-F7FC-45DE-A384-2C5DD9776D70}" type="presParOf" srcId="{1D57B4AA-A174-4D2F-A901-E956C5E8672F}" destId="{8FC1E76F-BFA0-4119-BB92-6A4051C19520}" srcOrd="2" destOrd="0" presId="urn:microsoft.com/office/officeart/2005/8/layout/orgChart1"/>
    <dgm:cxn modelId="{BB32B7A9-2B71-4249-8F54-A1D2CC80A5D9}" type="presParOf" srcId="{1D57B4AA-A174-4D2F-A901-E956C5E8672F}" destId="{4CD281C6-F8C8-4CE5-89AA-6C6570DAB33A}" srcOrd="3" destOrd="0" presId="urn:microsoft.com/office/officeart/2005/8/layout/orgChart1"/>
    <dgm:cxn modelId="{338C972F-7899-429F-B892-24B1B68AF73D}" type="presParOf" srcId="{4CD281C6-F8C8-4CE5-89AA-6C6570DAB33A}" destId="{4B104C94-6595-458F-A1C4-5F13A507521C}" srcOrd="0" destOrd="0" presId="urn:microsoft.com/office/officeart/2005/8/layout/orgChart1"/>
    <dgm:cxn modelId="{139F83F0-3853-4A4F-8546-9C65271F190B}" type="presParOf" srcId="{4B104C94-6595-458F-A1C4-5F13A507521C}" destId="{DCB159AA-E31C-4D59-BC83-3848CFE0B6AA}" srcOrd="0" destOrd="0" presId="urn:microsoft.com/office/officeart/2005/8/layout/orgChart1"/>
    <dgm:cxn modelId="{A1FA007F-7365-4DB4-94C5-5E40BF814043}" type="presParOf" srcId="{4B104C94-6595-458F-A1C4-5F13A507521C}" destId="{494BDD09-8C92-4561-9CDA-09CDDF3DB91B}" srcOrd="1" destOrd="0" presId="urn:microsoft.com/office/officeart/2005/8/layout/orgChart1"/>
    <dgm:cxn modelId="{9DB67C8B-D31D-4C3C-8EFA-92635EE83042}" type="presParOf" srcId="{4CD281C6-F8C8-4CE5-89AA-6C6570DAB33A}" destId="{F0E82A5F-3DBD-4B3F-8867-3B60DBB49D3D}" srcOrd="1" destOrd="0" presId="urn:microsoft.com/office/officeart/2005/8/layout/orgChart1"/>
    <dgm:cxn modelId="{60AF07FE-0888-4F2F-914F-D24813EF2170}" type="presParOf" srcId="{F0E82A5F-3DBD-4B3F-8867-3B60DBB49D3D}" destId="{CA1BE1B4-7151-4495-BD9F-3F0B5268D87A}" srcOrd="0" destOrd="0" presId="urn:microsoft.com/office/officeart/2005/8/layout/orgChart1"/>
    <dgm:cxn modelId="{D4E8613D-D452-4DFD-B88D-4C998AB1ACFE}" type="presParOf" srcId="{F0E82A5F-3DBD-4B3F-8867-3B60DBB49D3D}" destId="{5B587FE0-4D03-4F1A-B8E3-276C634110A3}" srcOrd="1" destOrd="0" presId="urn:microsoft.com/office/officeart/2005/8/layout/orgChart1"/>
    <dgm:cxn modelId="{8C43B5F1-8E57-43E1-A8E4-0EA1ED9BB12B}" type="presParOf" srcId="{5B587FE0-4D03-4F1A-B8E3-276C634110A3}" destId="{C0B1F2FF-4DC6-49D2-825E-09512E45E1EB}" srcOrd="0" destOrd="0" presId="urn:microsoft.com/office/officeart/2005/8/layout/orgChart1"/>
    <dgm:cxn modelId="{4E6EFAE3-2405-4F95-BE89-D2FD083B88EF}" type="presParOf" srcId="{C0B1F2FF-4DC6-49D2-825E-09512E45E1EB}" destId="{85F4337B-2140-41FC-A959-5F917779039C}" srcOrd="0" destOrd="0" presId="urn:microsoft.com/office/officeart/2005/8/layout/orgChart1"/>
    <dgm:cxn modelId="{4CA57057-43A5-43DA-A8BC-F3364FD95E9F}" type="presParOf" srcId="{C0B1F2FF-4DC6-49D2-825E-09512E45E1EB}" destId="{A7C224E2-A1AB-489A-9E51-41F63B9D9C30}" srcOrd="1" destOrd="0" presId="urn:microsoft.com/office/officeart/2005/8/layout/orgChart1"/>
    <dgm:cxn modelId="{884C4336-9F06-4958-BC50-B233A8008B4A}" type="presParOf" srcId="{5B587FE0-4D03-4F1A-B8E3-276C634110A3}" destId="{F7D9C244-B183-48DC-96DF-32C13F4619CB}" srcOrd="1" destOrd="0" presId="urn:microsoft.com/office/officeart/2005/8/layout/orgChart1"/>
    <dgm:cxn modelId="{D31EE8F6-7BAC-47C6-8FBE-28AE3842CEBE}" type="presParOf" srcId="{5B587FE0-4D03-4F1A-B8E3-276C634110A3}" destId="{F13AD08E-16BF-4AAB-AE0B-683B7ABDACCD}" srcOrd="2" destOrd="0" presId="urn:microsoft.com/office/officeart/2005/8/layout/orgChart1"/>
    <dgm:cxn modelId="{59C203E4-2A9F-4EC5-86CB-48F1FAF59FE9}" type="presParOf" srcId="{F0E82A5F-3DBD-4B3F-8867-3B60DBB49D3D}" destId="{A54FB7F8-CAC5-4DC7-935E-ADCA91615EE2}" srcOrd="2" destOrd="0" presId="urn:microsoft.com/office/officeart/2005/8/layout/orgChart1"/>
    <dgm:cxn modelId="{F497D280-792B-41E8-9F8D-A2AFC142C9E0}" type="presParOf" srcId="{F0E82A5F-3DBD-4B3F-8867-3B60DBB49D3D}" destId="{975C71B7-3E12-457C-8453-990A999CA65B}" srcOrd="3" destOrd="0" presId="urn:microsoft.com/office/officeart/2005/8/layout/orgChart1"/>
    <dgm:cxn modelId="{E4B1DE18-40BD-4734-A67D-EBF5ACFA6EC2}" type="presParOf" srcId="{975C71B7-3E12-457C-8453-990A999CA65B}" destId="{1DC51CB7-646A-423D-9070-6820036C9285}" srcOrd="0" destOrd="0" presId="urn:microsoft.com/office/officeart/2005/8/layout/orgChart1"/>
    <dgm:cxn modelId="{2452768A-CD19-450F-9DC6-9BF55F0AE1AF}" type="presParOf" srcId="{1DC51CB7-646A-423D-9070-6820036C9285}" destId="{E2B854A1-732A-47B5-AB14-D32EB319AA6F}" srcOrd="0" destOrd="0" presId="urn:microsoft.com/office/officeart/2005/8/layout/orgChart1"/>
    <dgm:cxn modelId="{5985CEC7-8606-4685-8ED2-CAA71908518E}" type="presParOf" srcId="{1DC51CB7-646A-423D-9070-6820036C9285}" destId="{243951BE-BF46-4049-B5FE-B0DADEBFC1B1}" srcOrd="1" destOrd="0" presId="urn:microsoft.com/office/officeart/2005/8/layout/orgChart1"/>
    <dgm:cxn modelId="{E40743D6-102E-4AE3-AA04-0E05042F16F2}" type="presParOf" srcId="{975C71B7-3E12-457C-8453-990A999CA65B}" destId="{3ECF7EB2-4B4B-4C0D-87E4-482A55FA1C88}" srcOrd="1" destOrd="0" presId="urn:microsoft.com/office/officeart/2005/8/layout/orgChart1"/>
    <dgm:cxn modelId="{7E7C2A90-4F48-4108-9177-B4BFE9DAD8BE}" type="presParOf" srcId="{3ECF7EB2-4B4B-4C0D-87E4-482A55FA1C88}" destId="{A2D46629-07C3-4AD1-BD92-EDF680FCC873}" srcOrd="0" destOrd="0" presId="urn:microsoft.com/office/officeart/2005/8/layout/orgChart1"/>
    <dgm:cxn modelId="{D4BBA427-F44C-458A-8FDA-63A2049A197E}" type="presParOf" srcId="{3ECF7EB2-4B4B-4C0D-87E4-482A55FA1C88}" destId="{43211B73-6609-470D-9896-3C9AF6E8DB83}" srcOrd="1" destOrd="0" presId="urn:microsoft.com/office/officeart/2005/8/layout/orgChart1"/>
    <dgm:cxn modelId="{9C9347D8-5C75-4216-87DE-739C6FBDD1E9}" type="presParOf" srcId="{43211B73-6609-470D-9896-3C9AF6E8DB83}" destId="{2E1E1F57-04F6-4EB2-B509-E770626601F5}" srcOrd="0" destOrd="0" presId="urn:microsoft.com/office/officeart/2005/8/layout/orgChart1"/>
    <dgm:cxn modelId="{5D59578A-9E06-429B-80EF-2530C9DBAA3E}" type="presParOf" srcId="{2E1E1F57-04F6-4EB2-B509-E770626601F5}" destId="{B987A7FC-AB55-43B4-8AA7-7D4422ABAC41}" srcOrd="0" destOrd="0" presId="urn:microsoft.com/office/officeart/2005/8/layout/orgChart1"/>
    <dgm:cxn modelId="{318CA444-2A81-469B-B451-DDB3F6B2C5D8}" type="presParOf" srcId="{2E1E1F57-04F6-4EB2-B509-E770626601F5}" destId="{96593173-DECB-4F51-AC89-88AC1AE54265}" srcOrd="1" destOrd="0" presId="urn:microsoft.com/office/officeart/2005/8/layout/orgChart1"/>
    <dgm:cxn modelId="{9F1472CE-162F-4755-9F5B-113FCB5B015B}" type="presParOf" srcId="{43211B73-6609-470D-9896-3C9AF6E8DB83}" destId="{7B8E8447-DDB7-41FB-A408-47FC771B29F2}" srcOrd="1" destOrd="0" presId="urn:microsoft.com/office/officeart/2005/8/layout/orgChart1"/>
    <dgm:cxn modelId="{4822E939-BC45-4F12-9ABE-55BEDE381A0A}" type="presParOf" srcId="{43211B73-6609-470D-9896-3C9AF6E8DB83}" destId="{381B2188-ECCF-4498-B147-0163A82CE82B}" srcOrd="2" destOrd="0" presId="urn:microsoft.com/office/officeart/2005/8/layout/orgChart1"/>
    <dgm:cxn modelId="{DF5330DE-0BCE-488A-A6AF-641988B81629}" type="presParOf" srcId="{3ECF7EB2-4B4B-4C0D-87E4-482A55FA1C88}" destId="{33CF1646-A956-404F-8DE2-B0579484B80F}" srcOrd="2" destOrd="0" presId="urn:microsoft.com/office/officeart/2005/8/layout/orgChart1"/>
    <dgm:cxn modelId="{6564F3C8-3FB0-41DB-ABAA-682DE9ED5589}" type="presParOf" srcId="{3ECF7EB2-4B4B-4C0D-87E4-482A55FA1C88}" destId="{50A33337-953E-452F-8FAF-9BB78744818B}" srcOrd="3" destOrd="0" presId="urn:microsoft.com/office/officeart/2005/8/layout/orgChart1"/>
    <dgm:cxn modelId="{3E964286-3B95-44BB-927B-6E80B2DC7CFA}" type="presParOf" srcId="{50A33337-953E-452F-8FAF-9BB78744818B}" destId="{111F75C8-49DB-4C4C-AB36-541D973F7EBD}" srcOrd="0" destOrd="0" presId="urn:microsoft.com/office/officeart/2005/8/layout/orgChart1"/>
    <dgm:cxn modelId="{A672FB32-27A0-407E-B54A-13D66ECD2443}" type="presParOf" srcId="{111F75C8-49DB-4C4C-AB36-541D973F7EBD}" destId="{80864FB1-E479-44B9-927C-78DEC5B7C8BD}" srcOrd="0" destOrd="0" presId="urn:microsoft.com/office/officeart/2005/8/layout/orgChart1"/>
    <dgm:cxn modelId="{9A57BA0A-CA60-4694-9B91-DCFDE9331341}" type="presParOf" srcId="{111F75C8-49DB-4C4C-AB36-541D973F7EBD}" destId="{F9E469BA-A720-499C-9243-0B358CA65056}" srcOrd="1" destOrd="0" presId="urn:microsoft.com/office/officeart/2005/8/layout/orgChart1"/>
    <dgm:cxn modelId="{478A8DEB-49B6-43F7-9248-E37E6F059309}" type="presParOf" srcId="{50A33337-953E-452F-8FAF-9BB78744818B}" destId="{A1E0D080-EF0E-424A-B87F-26066D058A82}" srcOrd="1" destOrd="0" presId="urn:microsoft.com/office/officeart/2005/8/layout/orgChart1"/>
    <dgm:cxn modelId="{877A9382-C9B2-4298-A439-903D6BCADE4C}" type="presParOf" srcId="{A1E0D080-EF0E-424A-B87F-26066D058A82}" destId="{A2799EF7-A626-45D1-865D-545FCD05521C}" srcOrd="0" destOrd="0" presId="urn:microsoft.com/office/officeart/2005/8/layout/orgChart1"/>
    <dgm:cxn modelId="{F33DA9DB-6D0A-43D1-92E6-716390780745}" type="presParOf" srcId="{A1E0D080-EF0E-424A-B87F-26066D058A82}" destId="{FFBE6AF5-DDED-478F-A195-29C718C4D9B3}" srcOrd="1" destOrd="0" presId="urn:microsoft.com/office/officeart/2005/8/layout/orgChart1"/>
    <dgm:cxn modelId="{71A8380F-E443-4414-9568-91B7A925252B}" type="presParOf" srcId="{FFBE6AF5-DDED-478F-A195-29C718C4D9B3}" destId="{92D0E208-319C-40ED-9DF7-6CCDE32423F6}" srcOrd="0" destOrd="0" presId="urn:microsoft.com/office/officeart/2005/8/layout/orgChart1"/>
    <dgm:cxn modelId="{BB66FE08-E68A-40DB-A7E3-F5F88A0147C0}" type="presParOf" srcId="{92D0E208-319C-40ED-9DF7-6CCDE32423F6}" destId="{DAEB680B-A056-440B-B3FA-F1D80C0CC3DC}" srcOrd="0" destOrd="0" presId="urn:microsoft.com/office/officeart/2005/8/layout/orgChart1"/>
    <dgm:cxn modelId="{0AE485A0-DB67-40DA-80D4-B5800C4C16BF}" type="presParOf" srcId="{92D0E208-319C-40ED-9DF7-6CCDE32423F6}" destId="{F456E91B-C1EE-432C-90A9-070E98BF9DE1}" srcOrd="1" destOrd="0" presId="urn:microsoft.com/office/officeart/2005/8/layout/orgChart1"/>
    <dgm:cxn modelId="{8550A305-A558-469E-B12E-8952D8845586}" type="presParOf" srcId="{FFBE6AF5-DDED-478F-A195-29C718C4D9B3}" destId="{56FC553A-F0CE-4D51-B9E2-4F67E9F93925}" srcOrd="1" destOrd="0" presId="urn:microsoft.com/office/officeart/2005/8/layout/orgChart1"/>
    <dgm:cxn modelId="{D7CED2A9-1818-4E5A-A94C-636489D585A2}" type="presParOf" srcId="{FFBE6AF5-DDED-478F-A195-29C718C4D9B3}" destId="{7C72C2DD-62B0-47EA-881C-6E203B2BD2B7}" srcOrd="2" destOrd="0" presId="urn:microsoft.com/office/officeart/2005/8/layout/orgChart1"/>
    <dgm:cxn modelId="{86F519C9-EF22-41ED-AFB9-FB4627B513D8}" type="presParOf" srcId="{50A33337-953E-452F-8FAF-9BB78744818B}" destId="{EBC9C516-DAA3-4AB6-A492-A32687458055}" srcOrd="2" destOrd="0" presId="urn:microsoft.com/office/officeart/2005/8/layout/orgChart1"/>
    <dgm:cxn modelId="{CB7B669F-9F27-4FB5-BFED-0AE01FB1A341}" type="presParOf" srcId="{975C71B7-3E12-457C-8453-990A999CA65B}" destId="{B9D630D1-B992-4D8F-AE5A-FAB4B923A00F}" srcOrd="2" destOrd="0" presId="urn:microsoft.com/office/officeart/2005/8/layout/orgChart1"/>
    <dgm:cxn modelId="{FD806573-396F-4AF1-A3FF-85A6C363ABB4}" type="presParOf" srcId="{4CD281C6-F8C8-4CE5-89AA-6C6570DAB33A}" destId="{20866C94-33A0-4AC0-9CD1-D730AA6B6972}" srcOrd="2" destOrd="0" presId="urn:microsoft.com/office/officeart/2005/8/layout/orgChart1"/>
    <dgm:cxn modelId="{E99E088D-A918-4E3F-8D2F-3720B7DD55FB}" type="presParOf" srcId="{4E43C39C-22C9-4377-891F-F9D4BEEE073F}" destId="{3CD8F45F-8B51-4F2C-8783-7E096659E863}" srcOrd="2" destOrd="0" presId="urn:microsoft.com/office/officeart/2005/8/layout/orgChart1"/>
    <dgm:cxn modelId="{FD2B029E-D59B-45B1-AA5B-899156D55D1E}" type="presParOf" srcId="{366B7346-F660-44DD-A083-1E7BBD9B4C14}" destId="{8444AD74-08DB-4E48-B85A-09FD31AD0FC1}" srcOrd="2" destOrd="0" presId="urn:microsoft.com/office/officeart/2005/8/layout/orgChart1"/>
    <dgm:cxn modelId="{B1A952EE-834B-466A-B652-CBA54A7573E3}" type="presParOf" srcId="{D6AD5886-D0B2-49A9-A644-DE38D4D21D0A}" destId="{53E374D5-A256-4295-BB7F-E0784268504D}" srcOrd="2" destOrd="0" presId="urn:microsoft.com/office/officeart/2005/8/layout/orgChart1"/>
    <dgm:cxn modelId="{F4E35690-2F78-4C84-9C43-37F4A2BDAF6A}" type="presParOf" srcId="{D6AD5886-D0B2-49A9-A644-DE38D4D21D0A}" destId="{2E1BB67D-1230-4534-B971-B3D7DE9EBAA6}" srcOrd="3" destOrd="0" presId="urn:microsoft.com/office/officeart/2005/8/layout/orgChart1"/>
    <dgm:cxn modelId="{326B921F-94F8-4C5F-AFC7-BFC5E21FFC1D}" type="presParOf" srcId="{2E1BB67D-1230-4534-B971-B3D7DE9EBAA6}" destId="{B62BF3AB-D4C6-43CB-8012-A142174B582E}" srcOrd="0" destOrd="0" presId="urn:microsoft.com/office/officeart/2005/8/layout/orgChart1"/>
    <dgm:cxn modelId="{DD55D2A8-4C57-4C71-B5C8-6BA96F2F2C89}" type="presParOf" srcId="{B62BF3AB-D4C6-43CB-8012-A142174B582E}" destId="{EDBC256A-8000-43E4-A0B6-81DDE8FA9D7A}" srcOrd="0" destOrd="0" presId="urn:microsoft.com/office/officeart/2005/8/layout/orgChart1"/>
    <dgm:cxn modelId="{4E632230-7938-4528-986E-C318FE4C0F72}" type="presParOf" srcId="{B62BF3AB-D4C6-43CB-8012-A142174B582E}" destId="{AA20FF96-D5A2-4899-B65F-D4364136E9E1}" srcOrd="1" destOrd="0" presId="urn:microsoft.com/office/officeart/2005/8/layout/orgChart1"/>
    <dgm:cxn modelId="{DD47DE5E-7CD9-44E4-8DDE-97821CD9880A}" type="presParOf" srcId="{2E1BB67D-1230-4534-B971-B3D7DE9EBAA6}" destId="{3D388558-EE6D-468F-8831-86B804BCE7F3}" srcOrd="1" destOrd="0" presId="urn:microsoft.com/office/officeart/2005/8/layout/orgChart1"/>
    <dgm:cxn modelId="{8B6ACD07-E364-4F84-BEDC-28D7CF1C43B2}" type="presParOf" srcId="{3D388558-EE6D-468F-8831-86B804BCE7F3}" destId="{92806484-EB0C-400A-BDD3-7B67353902C8}" srcOrd="0" destOrd="0" presId="urn:microsoft.com/office/officeart/2005/8/layout/orgChart1"/>
    <dgm:cxn modelId="{DB4E070A-320A-47E9-A39B-750E52FD4139}" type="presParOf" srcId="{3D388558-EE6D-468F-8831-86B804BCE7F3}" destId="{C0624D9F-3C4B-4A47-A383-A3FFEF17B0AE}" srcOrd="1" destOrd="0" presId="urn:microsoft.com/office/officeart/2005/8/layout/orgChart1"/>
    <dgm:cxn modelId="{7298A907-09EB-4081-A08B-0F794C2438E7}" type="presParOf" srcId="{C0624D9F-3C4B-4A47-A383-A3FFEF17B0AE}" destId="{74030FBD-5B46-48C2-96CA-BE39A1D0F3BC}" srcOrd="0" destOrd="0" presId="urn:microsoft.com/office/officeart/2005/8/layout/orgChart1"/>
    <dgm:cxn modelId="{E7E2D189-7955-49F7-930F-FB0CD3E9C662}" type="presParOf" srcId="{74030FBD-5B46-48C2-96CA-BE39A1D0F3BC}" destId="{FA088430-B1E8-48A5-A98E-4CEFCA4676CF}" srcOrd="0" destOrd="0" presId="urn:microsoft.com/office/officeart/2005/8/layout/orgChart1"/>
    <dgm:cxn modelId="{84C5CF78-3E9A-4CCB-9383-B0E17052903C}" type="presParOf" srcId="{74030FBD-5B46-48C2-96CA-BE39A1D0F3BC}" destId="{885489A1-B813-435E-A101-5CFB2D66A309}" srcOrd="1" destOrd="0" presId="urn:microsoft.com/office/officeart/2005/8/layout/orgChart1"/>
    <dgm:cxn modelId="{5FB3F81A-F72A-4805-877F-3FC2477E9801}" type="presParOf" srcId="{C0624D9F-3C4B-4A47-A383-A3FFEF17B0AE}" destId="{7C5B5A3D-812E-42D5-9BCC-8BE7B483ECC0}" srcOrd="1" destOrd="0" presId="urn:microsoft.com/office/officeart/2005/8/layout/orgChart1"/>
    <dgm:cxn modelId="{F1898357-FF50-4568-810C-2E276510FAF7}" type="presParOf" srcId="{C0624D9F-3C4B-4A47-A383-A3FFEF17B0AE}" destId="{21F43C4D-41BC-4C56-947B-76805AF4E945}" srcOrd="2" destOrd="0" presId="urn:microsoft.com/office/officeart/2005/8/layout/orgChart1"/>
    <dgm:cxn modelId="{83A7EF02-FC3A-41C8-AD30-B74E27D456CE}" type="presParOf" srcId="{3D388558-EE6D-468F-8831-86B804BCE7F3}" destId="{FC2B7F5C-74CD-4A13-8891-590BFBD6289E}" srcOrd="2" destOrd="0" presId="urn:microsoft.com/office/officeart/2005/8/layout/orgChart1"/>
    <dgm:cxn modelId="{9FCFB0BB-D0A6-49D1-930E-33C5A79538B6}" type="presParOf" srcId="{3D388558-EE6D-468F-8831-86B804BCE7F3}" destId="{DD5130A5-BBAE-4306-89F0-BA7CE4061717}" srcOrd="3" destOrd="0" presId="urn:microsoft.com/office/officeart/2005/8/layout/orgChart1"/>
    <dgm:cxn modelId="{939FE6DA-2432-417C-ADA0-F3AF30DCD8F3}" type="presParOf" srcId="{DD5130A5-BBAE-4306-89F0-BA7CE4061717}" destId="{1F3683A7-0D59-4172-B5DF-675BFE52F9FB}" srcOrd="0" destOrd="0" presId="urn:microsoft.com/office/officeart/2005/8/layout/orgChart1"/>
    <dgm:cxn modelId="{D8D2FD0F-246D-44DB-AA75-EA159C3ACBC8}" type="presParOf" srcId="{1F3683A7-0D59-4172-B5DF-675BFE52F9FB}" destId="{A285251E-F6ED-4B62-834D-40223FD11BF7}" srcOrd="0" destOrd="0" presId="urn:microsoft.com/office/officeart/2005/8/layout/orgChart1"/>
    <dgm:cxn modelId="{82993F44-82DD-4A93-9E1F-64D74764D4F6}" type="presParOf" srcId="{1F3683A7-0D59-4172-B5DF-675BFE52F9FB}" destId="{0B5B036A-A4CF-41B2-991D-5A7D02FBCCF9}" srcOrd="1" destOrd="0" presId="urn:microsoft.com/office/officeart/2005/8/layout/orgChart1"/>
    <dgm:cxn modelId="{5912C8AE-EA21-4775-9593-F45AB9A102C8}" type="presParOf" srcId="{DD5130A5-BBAE-4306-89F0-BA7CE4061717}" destId="{CF1E537F-F82C-4683-80E8-26D857C66277}" srcOrd="1" destOrd="0" presId="urn:microsoft.com/office/officeart/2005/8/layout/orgChart1"/>
    <dgm:cxn modelId="{63450924-A047-4CF9-BB6F-F51F9F60037C}" type="presParOf" srcId="{CF1E537F-F82C-4683-80E8-26D857C66277}" destId="{C3E60074-9DCB-4B99-AB9D-2B7DDD63FE8F}" srcOrd="0" destOrd="0" presId="urn:microsoft.com/office/officeart/2005/8/layout/orgChart1"/>
    <dgm:cxn modelId="{1EAE77F5-72FE-4AEB-A24A-5CDD96CFF097}" type="presParOf" srcId="{CF1E537F-F82C-4683-80E8-26D857C66277}" destId="{3BDF8529-1E3B-41A6-ABCC-9F49E8EE44E3}" srcOrd="1" destOrd="0" presId="urn:microsoft.com/office/officeart/2005/8/layout/orgChart1"/>
    <dgm:cxn modelId="{65095BAA-9A6C-48FE-AF22-A7ED79E49656}" type="presParOf" srcId="{3BDF8529-1E3B-41A6-ABCC-9F49E8EE44E3}" destId="{72341F41-6BFE-4A26-98DB-05E9F00EA9E6}" srcOrd="0" destOrd="0" presId="urn:microsoft.com/office/officeart/2005/8/layout/orgChart1"/>
    <dgm:cxn modelId="{36C1A4F7-C027-446B-B668-95A843D953DA}" type="presParOf" srcId="{72341F41-6BFE-4A26-98DB-05E9F00EA9E6}" destId="{5A584D54-BA34-4F37-82BB-EFF47EA47307}" srcOrd="0" destOrd="0" presId="urn:microsoft.com/office/officeart/2005/8/layout/orgChart1"/>
    <dgm:cxn modelId="{90EC3DE6-66AC-4EC5-B81D-446454CB0E30}" type="presParOf" srcId="{72341F41-6BFE-4A26-98DB-05E9F00EA9E6}" destId="{AB13A91D-FF3B-4FE0-AB22-DE69E97B8DE7}" srcOrd="1" destOrd="0" presId="urn:microsoft.com/office/officeart/2005/8/layout/orgChart1"/>
    <dgm:cxn modelId="{9876B18A-A493-471A-83E8-BD8EF7F64ADA}" type="presParOf" srcId="{3BDF8529-1E3B-41A6-ABCC-9F49E8EE44E3}" destId="{96DC5BA9-2802-4A72-AF48-12D7A0F71584}" srcOrd="1" destOrd="0" presId="urn:microsoft.com/office/officeart/2005/8/layout/orgChart1"/>
    <dgm:cxn modelId="{4F7071D9-B10B-40B2-917A-555F09012A67}" type="presParOf" srcId="{3BDF8529-1E3B-41A6-ABCC-9F49E8EE44E3}" destId="{801554F4-1B7A-4420-A50C-461CB3CC28A3}" srcOrd="2" destOrd="0" presId="urn:microsoft.com/office/officeart/2005/8/layout/orgChart1"/>
    <dgm:cxn modelId="{0E628FFE-0CAF-42F0-9369-6B0C61397924}" type="presParOf" srcId="{CF1E537F-F82C-4683-80E8-26D857C66277}" destId="{1F330749-8C06-40C3-BF14-2CB1F55E3BB2}" srcOrd="2" destOrd="0" presId="urn:microsoft.com/office/officeart/2005/8/layout/orgChart1"/>
    <dgm:cxn modelId="{AF914106-7B8A-4A87-AC1E-A1066726709A}" type="presParOf" srcId="{CF1E537F-F82C-4683-80E8-26D857C66277}" destId="{D1D5F0EE-8D86-47B4-BC41-81AF2CDB0F8B}" srcOrd="3" destOrd="0" presId="urn:microsoft.com/office/officeart/2005/8/layout/orgChart1"/>
    <dgm:cxn modelId="{04982777-6250-4147-9800-26F8DD84654D}" type="presParOf" srcId="{D1D5F0EE-8D86-47B4-BC41-81AF2CDB0F8B}" destId="{1844D557-A360-4633-A703-F454BBA67BE9}" srcOrd="0" destOrd="0" presId="urn:microsoft.com/office/officeart/2005/8/layout/orgChart1"/>
    <dgm:cxn modelId="{457A1172-7197-44A1-AAC0-125769DBFFFD}" type="presParOf" srcId="{1844D557-A360-4633-A703-F454BBA67BE9}" destId="{815B0A8D-E4F3-4100-8BB5-8549809ECD99}" srcOrd="0" destOrd="0" presId="urn:microsoft.com/office/officeart/2005/8/layout/orgChart1"/>
    <dgm:cxn modelId="{E7058958-43BA-4093-9449-9C4D11F38A5E}" type="presParOf" srcId="{1844D557-A360-4633-A703-F454BBA67BE9}" destId="{C6D47007-5DFC-4730-858A-C814462D81BB}" srcOrd="1" destOrd="0" presId="urn:microsoft.com/office/officeart/2005/8/layout/orgChart1"/>
    <dgm:cxn modelId="{59373B5E-F86E-40B0-8901-C1CB7CB2F249}" type="presParOf" srcId="{D1D5F0EE-8D86-47B4-BC41-81AF2CDB0F8B}" destId="{D1EBAB7B-D9E2-47E6-9825-9FEE2107A39B}" srcOrd="1" destOrd="0" presId="urn:microsoft.com/office/officeart/2005/8/layout/orgChart1"/>
    <dgm:cxn modelId="{007B232C-A502-4587-B80A-8F1F1BD5EAE6}" type="presParOf" srcId="{D1EBAB7B-D9E2-47E6-9825-9FEE2107A39B}" destId="{D4FFF035-A123-47DF-96A2-3AA456E29EE1}" srcOrd="0" destOrd="0" presId="urn:microsoft.com/office/officeart/2005/8/layout/orgChart1"/>
    <dgm:cxn modelId="{D88FCC5D-6F91-45AA-99D1-807E6F564B41}" type="presParOf" srcId="{D1EBAB7B-D9E2-47E6-9825-9FEE2107A39B}" destId="{EBF220E8-9006-4D9E-B3BA-288A2677F5C1}" srcOrd="1" destOrd="0" presId="urn:microsoft.com/office/officeart/2005/8/layout/orgChart1"/>
    <dgm:cxn modelId="{528E7F29-2B7A-4923-A94D-3254638EFC2A}" type="presParOf" srcId="{EBF220E8-9006-4D9E-B3BA-288A2677F5C1}" destId="{2AF9477E-23E6-47A3-930F-C75CA5191E91}" srcOrd="0" destOrd="0" presId="urn:microsoft.com/office/officeart/2005/8/layout/orgChart1"/>
    <dgm:cxn modelId="{4AB228A2-7AF7-4D23-A2C7-AA5AB4421405}" type="presParOf" srcId="{2AF9477E-23E6-47A3-930F-C75CA5191E91}" destId="{4AB3E8FD-C76C-4558-A60D-5EE6966E302F}" srcOrd="0" destOrd="0" presId="urn:microsoft.com/office/officeart/2005/8/layout/orgChart1"/>
    <dgm:cxn modelId="{DA43820D-F9DB-497D-9EE6-E0D2E3C56BE2}" type="presParOf" srcId="{2AF9477E-23E6-47A3-930F-C75CA5191E91}" destId="{7034D785-63FA-4D12-9CAA-E38FF7FD11DC}" srcOrd="1" destOrd="0" presId="urn:microsoft.com/office/officeart/2005/8/layout/orgChart1"/>
    <dgm:cxn modelId="{462C69DA-6BFD-4C0B-896C-63A6AB4D519A}" type="presParOf" srcId="{EBF220E8-9006-4D9E-B3BA-288A2677F5C1}" destId="{6F6570A5-5458-4214-A399-47F0B51E3046}" srcOrd="1" destOrd="0" presId="urn:microsoft.com/office/officeart/2005/8/layout/orgChart1"/>
    <dgm:cxn modelId="{C88C0023-CA0E-4434-B687-C731783D4088}" type="presParOf" srcId="{EBF220E8-9006-4D9E-B3BA-288A2677F5C1}" destId="{5C96FFF4-D697-484F-BCB9-AC0967417F7B}" srcOrd="2" destOrd="0" presId="urn:microsoft.com/office/officeart/2005/8/layout/orgChart1"/>
    <dgm:cxn modelId="{EB3B13E5-DED9-41CD-A98F-1A8C3FFD437A}" type="presParOf" srcId="{D1D5F0EE-8D86-47B4-BC41-81AF2CDB0F8B}" destId="{687B86A4-47CC-4EBF-89CE-21943DBA1CE5}" srcOrd="2" destOrd="0" presId="urn:microsoft.com/office/officeart/2005/8/layout/orgChart1"/>
    <dgm:cxn modelId="{34730CF5-2967-4892-B90E-27ADA880D263}" type="presParOf" srcId="{DD5130A5-BBAE-4306-89F0-BA7CE4061717}" destId="{1F392FD0-03B8-462B-9D2F-1CF3E7B45DAB}" srcOrd="2" destOrd="0" presId="urn:microsoft.com/office/officeart/2005/8/layout/orgChart1"/>
    <dgm:cxn modelId="{20395E32-ECAB-4E90-BC5A-F600E9DE9AA3}" type="presParOf" srcId="{2E1BB67D-1230-4534-B971-B3D7DE9EBAA6}" destId="{8F595629-C731-4D57-9354-DF21E34C5B79}" srcOrd="2" destOrd="0" presId="urn:microsoft.com/office/officeart/2005/8/layout/orgChart1"/>
    <dgm:cxn modelId="{F5BFFBC7-3F25-42C1-8ECC-81803426E4BD}" type="presParOf" srcId="{C3754367-C5C2-4DF6-80AF-981FC63CA7BF}" destId="{73332FD2-8513-4E38-B9AC-4394C7198FCD}" srcOrd="2" destOrd="0" presId="urn:microsoft.com/office/officeart/2005/8/layout/orgChart1"/>
    <dgm:cxn modelId="{5B23F774-0705-477A-8C4F-0FB66C078B57}" type="presParOf" srcId="{334659C1-6E90-49D8-8B66-CEA1DC8F9E9D}" destId="{42792D4F-F963-43EB-8C9B-4A436CAD3726}" srcOrd="4" destOrd="0" presId="urn:microsoft.com/office/officeart/2005/8/layout/orgChart1"/>
    <dgm:cxn modelId="{8B534FFE-69D0-41D0-9C4C-1558E6D4CAC5}" type="presParOf" srcId="{334659C1-6E90-49D8-8B66-CEA1DC8F9E9D}" destId="{B68A7BC8-5AB8-4838-944A-2FCAE8A8A9E0}" srcOrd="5" destOrd="0" presId="urn:microsoft.com/office/officeart/2005/8/layout/orgChart1"/>
    <dgm:cxn modelId="{D57F0CA6-451B-45D8-9640-0CC03CCBD777}" type="presParOf" srcId="{B68A7BC8-5AB8-4838-944A-2FCAE8A8A9E0}" destId="{91D77EC9-EC1E-46A7-86D0-12AFE9353DF1}" srcOrd="0" destOrd="0" presId="urn:microsoft.com/office/officeart/2005/8/layout/orgChart1"/>
    <dgm:cxn modelId="{B9004E8E-D25E-4603-9DC6-88B76EC85513}" type="presParOf" srcId="{91D77EC9-EC1E-46A7-86D0-12AFE9353DF1}" destId="{75F6B8EE-B139-4725-866D-1E565C9D64BE}" srcOrd="0" destOrd="0" presId="urn:microsoft.com/office/officeart/2005/8/layout/orgChart1"/>
    <dgm:cxn modelId="{33214BF5-27E3-4373-8002-19366395F01A}" type="presParOf" srcId="{91D77EC9-EC1E-46A7-86D0-12AFE9353DF1}" destId="{2CFC5B9D-1CB2-42EE-96E8-49947358FD76}" srcOrd="1" destOrd="0" presId="urn:microsoft.com/office/officeart/2005/8/layout/orgChart1"/>
    <dgm:cxn modelId="{78B5E99D-1EC2-42CC-BD8B-3C9BC7F010D0}" type="presParOf" srcId="{B68A7BC8-5AB8-4838-944A-2FCAE8A8A9E0}" destId="{ECFAE48B-D64B-4518-9290-C14492D71F58}" srcOrd="1" destOrd="0" presId="urn:microsoft.com/office/officeart/2005/8/layout/orgChart1"/>
    <dgm:cxn modelId="{686A8C1A-E0F1-4507-AA68-B552E18D8D2A}" type="presParOf" srcId="{ECFAE48B-D64B-4518-9290-C14492D71F58}" destId="{EFE4A517-7C52-4C35-A61B-EAEE85FED868}" srcOrd="0" destOrd="0" presId="urn:microsoft.com/office/officeart/2005/8/layout/orgChart1"/>
    <dgm:cxn modelId="{FE6CE220-0497-4D83-B9D8-8FE2DC643CDE}" type="presParOf" srcId="{ECFAE48B-D64B-4518-9290-C14492D71F58}" destId="{1A2EBE3C-4174-4F9D-A452-389072DF61D5}" srcOrd="1" destOrd="0" presId="urn:microsoft.com/office/officeart/2005/8/layout/orgChart1"/>
    <dgm:cxn modelId="{E39061A3-82A6-4095-91BB-1DC61455CABF}" type="presParOf" srcId="{1A2EBE3C-4174-4F9D-A452-389072DF61D5}" destId="{6F84358D-B9A7-4C3B-A82A-FA7678F41A9B}" srcOrd="0" destOrd="0" presId="urn:microsoft.com/office/officeart/2005/8/layout/orgChart1"/>
    <dgm:cxn modelId="{911B5DC6-59B7-4880-BBE7-B6318636D062}" type="presParOf" srcId="{6F84358D-B9A7-4C3B-A82A-FA7678F41A9B}" destId="{C2DD6D26-5891-40DB-BBEF-F2B8FBE26AB9}" srcOrd="0" destOrd="0" presId="urn:microsoft.com/office/officeart/2005/8/layout/orgChart1"/>
    <dgm:cxn modelId="{738D7012-2AE6-4737-B1CF-FDADA0198C13}" type="presParOf" srcId="{6F84358D-B9A7-4C3B-A82A-FA7678F41A9B}" destId="{52363F88-BBD6-465F-8A05-9B3215FD94D6}" srcOrd="1" destOrd="0" presId="urn:microsoft.com/office/officeart/2005/8/layout/orgChart1"/>
    <dgm:cxn modelId="{0E93AF22-6E41-4915-B629-7E5E94786923}" type="presParOf" srcId="{1A2EBE3C-4174-4F9D-A452-389072DF61D5}" destId="{F4A18D83-C785-42A5-B386-B055CBB031C2}" srcOrd="1" destOrd="0" presId="urn:microsoft.com/office/officeart/2005/8/layout/orgChart1"/>
    <dgm:cxn modelId="{2D1F5180-F5F2-498D-BD0D-2F4BD5AEA2AA}" type="presParOf" srcId="{1A2EBE3C-4174-4F9D-A452-389072DF61D5}" destId="{C038D3C5-9CC0-4299-803B-63DCFEE53D6D}" srcOrd="2" destOrd="0" presId="urn:microsoft.com/office/officeart/2005/8/layout/orgChart1"/>
    <dgm:cxn modelId="{0D628B8D-B5A7-49CE-A6DA-5E2E30928194}" type="presParOf" srcId="{ECFAE48B-D64B-4518-9290-C14492D71F58}" destId="{B1EBB94B-E26B-4715-A89B-7F57AC38B1AA}" srcOrd="2" destOrd="0" presId="urn:microsoft.com/office/officeart/2005/8/layout/orgChart1"/>
    <dgm:cxn modelId="{A4277756-BBD0-4123-B6F9-16644BB27E77}" type="presParOf" srcId="{ECFAE48B-D64B-4518-9290-C14492D71F58}" destId="{DE7B9AA4-8D78-4CA2-9289-23128C90C27C}" srcOrd="3" destOrd="0" presId="urn:microsoft.com/office/officeart/2005/8/layout/orgChart1"/>
    <dgm:cxn modelId="{0AFF50BC-8A02-4E03-A5DF-527C40ABA813}" type="presParOf" srcId="{DE7B9AA4-8D78-4CA2-9289-23128C90C27C}" destId="{A5ECBEAA-3BCF-4845-B369-F82A054C1C2E}" srcOrd="0" destOrd="0" presId="urn:microsoft.com/office/officeart/2005/8/layout/orgChart1"/>
    <dgm:cxn modelId="{27E89590-05A2-4CF5-89BA-4E9599205A3A}" type="presParOf" srcId="{A5ECBEAA-3BCF-4845-B369-F82A054C1C2E}" destId="{3B1D42DA-7622-4C57-A2B5-23A8752050F0}" srcOrd="0" destOrd="0" presId="urn:microsoft.com/office/officeart/2005/8/layout/orgChart1"/>
    <dgm:cxn modelId="{B1F34BAF-04E0-49BA-9C67-1CB718B7EF99}" type="presParOf" srcId="{A5ECBEAA-3BCF-4845-B369-F82A054C1C2E}" destId="{D487EBEC-CD2A-418E-A3C4-929524AD88FD}" srcOrd="1" destOrd="0" presId="urn:microsoft.com/office/officeart/2005/8/layout/orgChart1"/>
    <dgm:cxn modelId="{06945B6D-E740-40F4-B5CE-0A045519A778}" type="presParOf" srcId="{DE7B9AA4-8D78-4CA2-9289-23128C90C27C}" destId="{7C8CE144-C5C9-4B9A-B160-B40DF5BDD3F0}" srcOrd="1" destOrd="0" presId="urn:microsoft.com/office/officeart/2005/8/layout/orgChart1"/>
    <dgm:cxn modelId="{1FA7EF92-F78D-478C-A28B-A52B6E446928}" type="presParOf" srcId="{DE7B9AA4-8D78-4CA2-9289-23128C90C27C}" destId="{267035FA-D2F2-457C-BD23-FE441B0F3E8A}" srcOrd="2" destOrd="0" presId="urn:microsoft.com/office/officeart/2005/8/layout/orgChart1"/>
    <dgm:cxn modelId="{47D0FBC4-1B41-4731-AB6D-F0040E5D3E39}" type="presParOf" srcId="{B68A7BC8-5AB8-4838-944A-2FCAE8A8A9E0}" destId="{5523D4C2-71AD-4AAF-B076-E76AB7B0007B}" srcOrd="2" destOrd="0" presId="urn:microsoft.com/office/officeart/2005/8/layout/orgChart1"/>
    <dgm:cxn modelId="{B17A6A78-4D13-4AD7-A189-EBF1C22DD1B9}" type="presParOf" srcId="{D6DA83BB-9C61-48F7-9975-7B8B366D6127}" destId="{10001BCF-1131-4FE1-97C6-B9341E3CDC91}" srcOrd="2" destOrd="0" presId="urn:microsoft.com/office/officeart/2005/8/layout/orgChart1"/>
    <dgm:cxn modelId="{8A797127-B706-4757-B7E9-067D675B2206}" type="presParOf" srcId="{C739C8AF-5FAA-441E-8597-1F5AA8752803}" destId="{2B6D8060-480A-410D-9887-6C487132EC98}" srcOrd="2" destOrd="0" presId="urn:microsoft.com/office/officeart/2005/8/layout/orgChart1"/>
    <dgm:cxn modelId="{94861B11-2C11-486A-A078-F46B7FFCFCBB}" type="presParOf" srcId="{6235DFCF-278C-4837-9CC5-FBED3CCB94E7}" destId="{76911520-2EBC-4E0B-8BB5-9636B0EEF80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47E84DB-9F45-4B85-90C2-1516A9966D7A}">
      <dsp:nvSpPr>
        <dsp:cNvPr id="0" name=""/>
        <dsp:cNvSpPr/>
      </dsp:nvSpPr>
      <dsp:spPr>
        <a:xfrm>
          <a:off x="7868371" y="4527370"/>
          <a:ext cx="118833" cy="364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4423"/>
              </a:lnTo>
              <a:lnTo>
                <a:pt x="118833" y="364423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59945A-7DBB-494D-8F7A-58EC5D86BDB0}">
      <dsp:nvSpPr>
        <dsp:cNvPr id="0" name=""/>
        <dsp:cNvSpPr/>
      </dsp:nvSpPr>
      <dsp:spPr>
        <a:xfrm>
          <a:off x="7705965" y="3964891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479295" y="83183"/>
              </a:lnTo>
              <a:lnTo>
                <a:pt x="479295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8497A4-1BD6-45E6-80F0-F8FA3F6C6E7C}">
      <dsp:nvSpPr>
        <dsp:cNvPr id="0" name=""/>
        <dsp:cNvSpPr/>
      </dsp:nvSpPr>
      <dsp:spPr>
        <a:xfrm>
          <a:off x="7226670" y="3964891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479295" y="0"/>
              </a:moveTo>
              <a:lnTo>
                <a:pt x="479295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53A746-BFAE-4DFE-8C77-175A1ACF7A2F}">
      <dsp:nvSpPr>
        <dsp:cNvPr id="0" name=""/>
        <dsp:cNvSpPr/>
      </dsp:nvSpPr>
      <dsp:spPr>
        <a:xfrm>
          <a:off x="7660245" y="3402412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2CF19F-ED5B-4E36-A425-65D92BF99E1B}">
      <dsp:nvSpPr>
        <dsp:cNvPr id="0" name=""/>
        <dsp:cNvSpPr/>
      </dsp:nvSpPr>
      <dsp:spPr>
        <a:xfrm>
          <a:off x="7127642" y="2839932"/>
          <a:ext cx="578323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578323" y="83183"/>
              </a:lnTo>
              <a:lnTo>
                <a:pt x="578323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A5D0FA-6157-4F1C-B9BB-288FF988D92E}">
      <dsp:nvSpPr>
        <dsp:cNvPr id="0" name=""/>
        <dsp:cNvSpPr/>
      </dsp:nvSpPr>
      <dsp:spPr>
        <a:xfrm>
          <a:off x="6232428" y="3402412"/>
          <a:ext cx="118833" cy="364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4423"/>
              </a:lnTo>
              <a:lnTo>
                <a:pt x="118833" y="364423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3579CC-5B60-40D2-8F5B-55A8D97DCDE7}">
      <dsp:nvSpPr>
        <dsp:cNvPr id="0" name=""/>
        <dsp:cNvSpPr/>
      </dsp:nvSpPr>
      <dsp:spPr>
        <a:xfrm>
          <a:off x="6549318" y="2839932"/>
          <a:ext cx="578323" cy="166367"/>
        </a:xfrm>
        <a:custGeom>
          <a:avLst/>
          <a:gdLst/>
          <a:ahLst/>
          <a:cxnLst/>
          <a:rect l="0" t="0" r="0" b="0"/>
          <a:pathLst>
            <a:path>
              <a:moveTo>
                <a:pt x="578323" y="0"/>
              </a:moveTo>
              <a:lnTo>
                <a:pt x="578323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568C1-4C0F-4C07-BB65-4F9F5268A4C5}">
      <dsp:nvSpPr>
        <dsp:cNvPr id="0" name=""/>
        <dsp:cNvSpPr/>
      </dsp:nvSpPr>
      <dsp:spPr>
        <a:xfrm>
          <a:off x="6119536" y="2277453"/>
          <a:ext cx="1008105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1008105" y="83183"/>
              </a:lnTo>
              <a:lnTo>
                <a:pt x="1008105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F2BBAC-279E-4BA5-A0FE-5F947BC5A282}">
      <dsp:nvSpPr>
        <dsp:cNvPr id="0" name=""/>
        <dsp:cNvSpPr/>
      </dsp:nvSpPr>
      <dsp:spPr>
        <a:xfrm>
          <a:off x="5753133" y="5089849"/>
          <a:ext cx="118833" cy="364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4423"/>
              </a:lnTo>
              <a:lnTo>
                <a:pt x="118833" y="364423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6FC7B-A4C4-4DAC-A022-AD0AF2D6B2FB}">
      <dsp:nvSpPr>
        <dsp:cNvPr id="0" name=""/>
        <dsp:cNvSpPr/>
      </dsp:nvSpPr>
      <dsp:spPr>
        <a:xfrm>
          <a:off x="5590727" y="4527370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479295" y="83183"/>
              </a:lnTo>
              <a:lnTo>
                <a:pt x="479295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26A857-4075-4918-AF3B-E96B5737F179}">
      <dsp:nvSpPr>
        <dsp:cNvPr id="0" name=""/>
        <dsp:cNvSpPr/>
      </dsp:nvSpPr>
      <dsp:spPr>
        <a:xfrm>
          <a:off x="5111431" y="4527370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479295" y="0"/>
              </a:moveTo>
              <a:lnTo>
                <a:pt x="479295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CFBC8C-B1C4-4719-AE79-BED2A2A6F082}">
      <dsp:nvSpPr>
        <dsp:cNvPr id="0" name=""/>
        <dsp:cNvSpPr/>
      </dsp:nvSpPr>
      <dsp:spPr>
        <a:xfrm>
          <a:off x="5545007" y="3964891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DA3659-A8AE-40BC-A84C-849F45FE2ED3}">
      <dsp:nvSpPr>
        <dsp:cNvPr id="0" name=""/>
        <dsp:cNvSpPr/>
      </dsp:nvSpPr>
      <dsp:spPr>
        <a:xfrm>
          <a:off x="5545007" y="3402412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476F32-070F-42CE-9523-2D2FDBFD2902}">
      <dsp:nvSpPr>
        <dsp:cNvPr id="0" name=""/>
        <dsp:cNvSpPr/>
      </dsp:nvSpPr>
      <dsp:spPr>
        <a:xfrm>
          <a:off x="5111431" y="2839932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479295" y="83183"/>
              </a:lnTo>
              <a:lnTo>
                <a:pt x="479295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D8B9FB-4D62-49F5-B24C-D7A2244046DE}">
      <dsp:nvSpPr>
        <dsp:cNvPr id="0" name=""/>
        <dsp:cNvSpPr/>
      </dsp:nvSpPr>
      <dsp:spPr>
        <a:xfrm>
          <a:off x="4586415" y="3402412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69E1C7-ADDB-49F2-B5A4-ABF8BD9252A8}">
      <dsp:nvSpPr>
        <dsp:cNvPr id="0" name=""/>
        <dsp:cNvSpPr/>
      </dsp:nvSpPr>
      <dsp:spPr>
        <a:xfrm>
          <a:off x="4632135" y="2839932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479295" y="0"/>
              </a:moveTo>
              <a:lnTo>
                <a:pt x="479295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530A18-B93A-4B94-88BD-F448E42DF56F}">
      <dsp:nvSpPr>
        <dsp:cNvPr id="0" name=""/>
        <dsp:cNvSpPr/>
      </dsp:nvSpPr>
      <dsp:spPr>
        <a:xfrm>
          <a:off x="5111431" y="2277453"/>
          <a:ext cx="1008105" cy="166367"/>
        </a:xfrm>
        <a:custGeom>
          <a:avLst/>
          <a:gdLst/>
          <a:ahLst/>
          <a:cxnLst/>
          <a:rect l="0" t="0" r="0" b="0"/>
          <a:pathLst>
            <a:path>
              <a:moveTo>
                <a:pt x="1008105" y="0"/>
              </a:moveTo>
              <a:lnTo>
                <a:pt x="1008105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DBFDA2-1EC1-4817-9D32-649DD6AF368B}">
      <dsp:nvSpPr>
        <dsp:cNvPr id="0" name=""/>
        <dsp:cNvSpPr/>
      </dsp:nvSpPr>
      <dsp:spPr>
        <a:xfrm>
          <a:off x="4004298" y="1714974"/>
          <a:ext cx="2115238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2115238" y="83183"/>
              </a:lnTo>
              <a:lnTo>
                <a:pt x="2115238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EB0007-1007-4643-8D73-01E324758D87}">
      <dsp:nvSpPr>
        <dsp:cNvPr id="0" name=""/>
        <dsp:cNvSpPr/>
      </dsp:nvSpPr>
      <dsp:spPr>
        <a:xfrm>
          <a:off x="3637894" y="4527370"/>
          <a:ext cx="118833" cy="364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4423"/>
              </a:lnTo>
              <a:lnTo>
                <a:pt x="118833" y="364423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25BE09-DAA2-48AF-A43C-97E9E177064B}">
      <dsp:nvSpPr>
        <dsp:cNvPr id="0" name=""/>
        <dsp:cNvSpPr/>
      </dsp:nvSpPr>
      <dsp:spPr>
        <a:xfrm>
          <a:off x="3475488" y="3964891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479295" y="83183"/>
              </a:lnTo>
              <a:lnTo>
                <a:pt x="479295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10C44A-6518-4D25-8095-40853506E726}">
      <dsp:nvSpPr>
        <dsp:cNvPr id="0" name=""/>
        <dsp:cNvSpPr/>
      </dsp:nvSpPr>
      <dsp:spPr>
        <a:xfrm>
          <a:off x="2996192" y="3964891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479295" y="0"/>
              </a:moveTo>
              <a:lnTo>
                <a:pt x="479295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6871E-0FBE-47FA-B416-424D79FE1117}">
      <dsp:nvSpPr>
        <dsp:cNvPr id="0" name=""/>
        <dsp:cNvSpPr/>
      </dsp:nvSpPr>
      <dsp:spPr>
        <a:xfrm>
          <a:off x="3429768" y="3402412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D8F6AF-5FEC-46C1-99C0-B8D98A6A372E}">
      <dsp:nvSpPr>
        <dsp:cNvPr id="0" name=""/>
        <dsp:cNvSpPr/>
      </dsp:nvSpPr>
      <dsp:spPr>
        <a:xfrm>
          <a:off x="2897164" y="2839932"/>
          <a:ext cx="578323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578323" y="83183"/>
              </a:lnTo>
              <a:lnTo>
                <a:pt x="578323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D030ED-E2A2-46F0-B765-2870E0589EA3}">
      <dsp:nvSpPr>
        <dsp:cNvPr id="0" name=""/>
        <dsp:cNvSpPr/>
      </dsp:nvSpPr>
      <dsp:spPr>
        <a:xfrm>
          <a:off x="2001951" y="3402412"/>
          <a:ext cx="118833" cy="364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4423"/>
              </a:lnTo>
              <a:lnTo>
                <a:pt x="118833" y="364423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7D0A5-9522-487A-B4A6-9DB3C6E8C80A}">
      <dsp:nvSpPr>
        <dsp:cNvPr id="0" name=""/>
        <dsp:cNvSpPr/>
      </dsp:nvSpPr>
      <dsp:spPr>
        <a:xfrm>
          <a:off x="2318841" y="2839932"/>
          <a:ext cx="578323" cy="166367"/>
        </a:xfrm>
        <a:custGeom>
          <a:avLst/>
          <a:gdLst/>
          <a:ahLst/>
          <a:cxnLst/>
          <a:rect l="0" t="0" r="0" b="0"/>
          <a:pathLst>
            <a:path>
              <a:moveTo>
                <a:pt x="578323" y="0"/>
              </a:moveTo>
              <a:lnTo>
                <a:pt x="578323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1468FA-8B6F-491A-BDB3-6BA7F93CB14A}">
      <dsp:nvSpPr>
        <dsp:cNvPr id="0" name=""/>
        <dsp:cNvSpPr/>
      </dsp:nvSpPr>
      <dsp:spPr>
        <a:xfrm>
          <a:off x="1889059" y="2277453"/>
          <a:ext cx="1008105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1008105" y="83183"/>
              </a:lnTo>
              <a:lnTo>
                <a:pt x="1008105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22F1E2-1FC3-43A2-B9DD-3370034CCF53}">
      <dsp:nvSpPr>
        <dsp:cNvPr id="0" name=""/>
        <dsp:cNvSpPr/>
      </dsp:nvSpPr>
      <dsp:spPr>
        <a:xfrm>
          <a:off x="1522655" y="5089849"/>
          <a:ext cx="118833" cy="364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4423"/>
              </a:lnTo>
              <a:lnTo>
                <a:pt x="118833" y="364423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C82A91-8F2A-412C-8A69-BB89A4C7BE6C}">
      <dsp:nvSpPr>
        <dsp:cNvPr id="0" name=""/>
        <dsp:cNvSpPr/>
      </dsp:nvSpPr>
      <dsp:spPr>
        <a:xfrm>
          <a:off x="1360249" y="4527370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479295" y="83183"/>
              </a:lnTo>
              <a:lnTo>
                <a:pt x="479295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B0B97D-8E3F-4DB3-9182-80855B12D33B}">
      <dsp:nvSpPr>
        <dsp:cNvPr id="0" name=""/>
        <dsp:cNvSpPr/>
      </dsp:nvSpPr>
      <dsp:spPr>
        <a:xfrm>
          <a:off x="880954" y="4527370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479295" y="0"/>
              </a:moveTo>
              <a:lnTo>
                <a:pt x="479295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6A1E25-430F-42A9-94A2-ED5678504134}">
      <dsp:nvSpPr>
        <dsp:cNvPr id="0" name=""/>
        <dsp:cNvSpPr/>
      </dsp:nvSpPr>
      <dsp:spPr>
        <a:xfrm>
          <a:off x="1314529" y="3964891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CD40CA-F407-4F97-93E3-BC9005827AF4}">
      <dsp:nvSpPr>
        <dsp:cNvPr id="0" name=""/>
        <dsp:cNvSpPr/>
      </dsp:nvSpPr>
      <dsp:spPr>
        <a:xfrm>
          <a:off x="1314529" y="3402412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ED17C9-CDDF-4922-B2F2-457A0F3EA0A2}">
      <dsp:nvSpPr>
        <dsp:cNvPr id="0" name=""/>
        <dsp:cNvSpPr/>
      </dsp:nvSpPr>
      <dsp:spPr>
        <a:xfrm>
          <a:off x="880954" y="2839932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83"/>
              </a:lnTo>
              <a:lnTo>
                <a:pt x="479295" y="83183"/>
              </a:lnTo>
              <a:lnTo>
                <a:pt x="479295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27549F-FEFE-49AB-8C57-D7CF00744314}">
      <dsp:nvSpPr>
        <dsp:cNvPr id="0" name=""/>
        <dsp:cNvSpPr/>
      </dsp:nvSpPr>
      <dsp:spPr>
        <a:xfrm>
          <a:off x="355938" y="3402412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3C4AD0-BBD5-48EE-B9C4-6BF9368B22C9}">
      <dsp:nvSpPr>
        <dsp:cNvPr id="0" name=""/>
        <dsp:cNvSpPr/>
      </dsp:nvSpPr>
      <dsp:spPr>
        <a:xfrm>
          <a:off x="401658" y="2839932"/>
          <a:ext cx="479295" cy="166367"/>
        </a:xfrm>
        <a:custGeom>
          <a:avLst/>
          <a:gdLst/>
          <a:ahLst/>
          <a:cxnLst/>
          <a:rect l="0" t="0" r="0" b="0"/>
          <a:pathLst>
            <a:path>
              <a:moveTo>
                <a:pt x="479295" y="0"/>
              </a:moveTo>
              <a:lnTo>
                <a:pt x="479295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3E6F8D-776D-4171-BFBC-301D18AE9861}">
      <dsp:nvSpPr>
        <dsp:cNvPr id="0" name=""/>
        <dsp:cNvSpPr/>
      </dsp:nvSpPr>
      <dsp:spPr>
        <a:xfrm>
          <a:off x="880954" y="2277453"/>
          <a:ext cx="1008105" cy="166367"/>
        </a:xfrm>
        <a:custGeom>
          <a:avLst/>
          <a:gdLst/>
          <a:ahLst/>
          <a:cxnLst/>
          <a:rect l="0" t="0" r="0" b="0"/>
          <a:pathLst>
            <a:path>
              <a:moveTo>
                <a:pt x="1008105" y="0"/>
              </a:moveTo>
              <a:lnTo>
                <a:pt x="1008105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27EFC-E8B1-4C54-B4F7-5B8F11C41D84}">
      <dsp:nvSpPr>
        <dsp:cNvPr id="0" name=""/>
        <dsp:cNvSpPr/>
      </dsp:nvSpPr>
      <dsp:spPr>
        <a:xfrm>
          <a:off x="1889059" y="1714974"/>
          <a:ext cx="2115238" cy="166367"/>
        </a:xfrm>
        <a:custGeom>
          <a:avLst/>
          <a:gdLst/>
          <a:ahLst/>
          <a:cxnLst/>
          <a:rect l="0" t="0" r="0" b="0"/>
          <a:pathLst>
            <a:path>
              <a:moveTo>
                <a:pt x="2115238" y="0"/>
              </a:moveTo>
              <a:lnTo>
                <a:pt x="2115238" y="83183"/>
              </a:lnTo>
              <a:lnTo>
                <a:pt x="0" y="83183"/>
              </a:lnTo>
              <a:lnTo>
                <a:pt x="0" y="16636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497E1A-2C5F-4844-BCB9-E19B3CBF6ABF}">
      <dsp:nvSpPr>
        <dsp:cNvPr id="0" name=""/>
        <dsp:cNvSpPr/>
      </dsp:nvSpPr>
      <dsp:spPr>
        <a:xfrm>
          <a:off x="3958578" y="1152495"/>
          <a:ext cx="91440" cy="166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6367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D206FD-41FB-4B53-9AFA-BE86DC68A34C}">
      <dsp:nvSpPr>
        <dsp:cNvPr id="0" name=""/>
        <dsp:cNvSpPr/>
      </dsp:nvSpPr>
      <dsp:spPr>
        <a:xfrm>
          <a:off x="3608185" y="756383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Check list de </a:t>
          </a:r>
          <a:r>
            <a:rPr lang="en-US" sz="600" b="1" kern="1200" dirty="0" err="1" smtClean="0"/>
            <a:t>encerramento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contratual</a:t>
          </a:r>
          <a:endParaRPr lang="en-US" sz="600" b="1" kern="1200" dirty="0"/>
        </a:p>
      </dsp:txBody>
      <dsp:txXfrm>
        <a:off x="3608185" y="756383"/>
        <a:ext cx="792224" cy="396112"/>
      </dsp:txXfrm>
    </dsp:sp>
    <dsp:sp modelId="{78D9F06D-AB28-4427-9264-DC694D3298CD}">
      <dsp:nvSpPr>
        <dsp:cNvPr id="0" name=""/>
        <dsp:cNvSpPr/>
      </dsp:nvSpPr>
      <dsp:spPr>
        <a:xfrm>
          <a:off x="3608185" y="1318862"/>
          <a:ext cx="792224" cy="396112"/>
        </a:xfrm>
        <a:prstGeom prst="rect">
          <a:avLst/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Encerramento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Amigável</a:t>
          </a:r>
          <a:endParaRPr lang="en-US" sz="600" b="1" kern="1200" dirty="0"/>
        </a:p>
      </dsp:txBody>
      <dsp:txXfrm>
        <a:off x="3608185" y="1318862"/>
        <a:ext cx="792224" cy="396112"/>
      </dsp:txXfrm>
    </dsp:sp>
    <dsp:sp modelId="{73EC2A41-C607-43B6-A727-1861C2FAB5AF}">
      <dsp:nvSpPr>
        <dsp:cNvPr id="0" name=""/>
        <dsp:cNvSpPr/>
      </dsp:nvSpPr>
      <dsp:spPr>
        <a:xfrm>
          <a:off x="1492947" y="1881341"/>
          <a:ext cx="792224" cy="396112"/>
        </a:xfrm>
        <a:prstGeom prst="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Com </a:t>
          </a:r>
          <a:r>
            <a:rPr lang="en-US" sz="600" b="1" kern="1200" dirty="0" err="1" smtClean="0"/>
            <a:t>Indenização</a:t>
          </a:r>
          <a:endParaRPr lang="en-US" sz="600" b="1" kern="1200" dirty="0"/>
        </a:p>
      </dsp:txBody>
      <dsp:txXfrm>
        <a:off x="1492947" y="1881341"/>
        <a:ext cx="792224" cy="396112"/>
      </dsp:txXfrm>
    </dsp:sp>
    <dsp:sp modelId="{BA015D32-D8A9-485C-8891-5429181168D3}">
      <dsp:nvSpPr>
        <dsp:cNvPr id="0" name=""/>
        <dsp:cNvSpPr/>
      </dsp:nvSpPr>
      <dsp:spPr>
        <a:xfrm>
          <a:off x="484841" y="2443820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Com </a:t>
          </a:r>
          <a:r>
            <a:rPr lang="en-US" sz="600" b="1" kern="1200" dirty="0" err="1" smtClean="0"/>
            <a:t>Plantio</a:t>
          </a:r>
          <a:endParaRPr lang="en-US" sz="600" b="1" kern="1200" dirty="0"/>
        </a:p>
      </dsp:txBody>
      <dsp:txXfrm>
        <a:off x="484841" y="2443820"/>
        <a:ext cx="792224" cy="396112"/>
      </dsp:txXfrm>
    </dsp:sp>
    <dsp:sp modelId="{DDB4E1DC-58D7-4C7F-8E2A-80E14A6601D2}">
      <dsp:nvSpPr>
        <dsp:cNvPr id="0" name=""/>
        <dsp:cNvSpPr/>
      </dsp:nvSpPr>
      <dsp:spPr>
        <a:xfrm>
          <a:off x="5546" y="3006299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Plantio</a:t>
          </a:r>
          <a:r>
            <a:rPr lang="en-US" sz="600" b="1" kern="1200" dirty="0" smtClean="0"/>
            <a:t> Integral</a:t>
          </a:r>
          <a:endParaRPr lang="en-US" sz="600" b="1" kern="1200" dirty="0"/>
        </a:p>
      </dsp:txBody>
      <dsp:txXfrm>
        <a:off x="5546" y="3006299"/>
        <a:ext cx="792224" cy="396112"/>
      </dsp:txXfrm>
    </dsp:sp>
    <dsp:sp modelId="{08FBC763-6FCB-4AE9-A12F-82D0EDA8991E}">
      <dsp:nvSpPr>
        <dsp:cNvPr id="0" name=""/>
        <dsp:cNvSpPr/>
      </dsp:nvSpPr>
      <dsp:spPr>
        <a:xfrm>
          <a:off x="5546" y="3568779"/>
          <a:ext cx="792224" cy="396112"/>
        </a:xfrm>
        <a:prstGeom prst="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Distrato</a:t>
          </a:r>
          <a:r>
            <a:rPr lang="en-US" sz="600" b="1" kern="1200" dirty="0" smtClean="0"/>
            <a:t> c/ </a:t>
          </a:r>
          <a:r>
            <a:rPr lang="en-US" sz="600" b="1" kern="1200" dirty="0" err="1" smtClean="0"/>
            <a:t>plantio</a:t>
          </a:r>
          <a:r>
            <a:rPr lang="en-US" sz="600" b="1" kern="1200" dirty="0" smtClean="0"/>
            <a:t> </a:t>
          </a:r>
          <a:r>
            <a:rPr lang="en-US" sz="600" b="1" kern="1200" smtClean="0"/>
            <a:t>e s/ </a:t>
          </a:r>
          <a:r>
            <a:rPr lang="en-US" sz="600" b="1" kern="1200" dirty="0" err="1" smtClean="0"/>
            <a:t>indenização</a:t>
          </a:r>
          <a:endParaRPr lang="en-US" sz="600" b="1" kern="1200" dirty="0"/>
        </a:p>
      </dsp:txBody>
      <dsp:txXfrm>
        <a:off x="5546" y="3568779"/>
        <a:ext cx="792224" cy="396112"/>
      </dsp:txXfrm>
    </dsp:sp>
    <dsp:sp modelId="{6F7FCC41-06DD-405A-87BC-B6DD7F48C17D}">
      <dsp:nvSpPr>
        <dsp:cNvPr id="0" name=""/>
        <dsp:cNvSpPr/>
      </dsp:nvSpPr>
      <dsp:spPr>
        <a:xfrm>
          <a:off x="964137" y="3006299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Plantio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Parcial</a:t>
          </a:r>
          <a:endParaRPr lang="en-US" sz="600" b="1" kern="1200" dirty="0"/>
        </a:p>
      </dsp:txBody>
      <dsp:txXfrm>
        <a:off x="964137" y="3006299"/>
        <a:ext cx="792224" cy="396112"/>
      </dsp:txXfrm>
    </dsp:sp>
    <dsp:sp modelId="{2C70D09B-D904-47B0-80B8-25BFFE9E6F77}">
      <dsp:nvSpPr>
        <dsp:cNvPr id="0" name=""/>
        <dsp:cNvSpPr/>
      </dsp:nvSpPr>
      <dsp:spPr>
        <a:xfrm>
          <a:off x="964137" y="3568779"/>
          <a:ext cx="792224" cy="396112"/>
        </a:xfrm>
        <a:prstGeom prst="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Distrato</a:t>
          </a:r>
          <a:r>
            <a:rPr lang="en-US" sz="600" b="1" kern="1200" dirty="0" smtClean="0"/>
            <a:t> c/ </a:t>
          </a:r>
          <a:r>
            <a:rPr lang="en-US" sz="600" b="1" kern="1200" dirty="0" err="1" smtClean="0"/>
            <a:t>plantio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parcial</a:t>
          </a:r>
          <a:r>
            <a:rPr lang="en-US" sz="600" b="1" kern="1200" dirty="0" smtClean="0"/>
            <a:t>, c/ </a:t>
          </a:r>
          <a:r>
            <a:rPr lang="en-US" sz="600" b="1" kern="1200" dirty="0" err="1" smtClean="0"/>
            <a:t>indenização</a:t>
          </a:r>
          <a:r>
            <a:rPr lang="en-US" sz="600" b="1" kern="1200" dirty="0" smtClean="0"/>
            <a:t>  e c/ </a:t>
          </a:r>
          <a:r>
            <a:rPr lang="en-US" sz="600" b="1" kern="1200" dirty="0" err="1" smtClean="0"/>
            <a:t>devolução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parcial</a:t>
          </a:r>
          <a:r>
            <a:rPr lang="en-US" sz="600" b="1" kern="1200" dirty="0" smtClean="0"/>
            <a:t> do 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utilizado</a:t>
          </a:r>
          <a:endParaRPr lang="en-US" sz="600" b="1" kern="1200" dirty="0"/>
        </a:p>
      </dsp:txBody>
      <dsp:txXfrm>
        <a:off x="964137" y="3568779"/>
        <a:ext cx="792224" cy="396112"/>
      </dsp:txXfrm>
    </dsp:sp>
    <dsp:sp modelId="{1517EF90-4380-4930-B969-DAC255FA68FF}">
      <dsp:nvSpPr>
        <dsp:cNvPr id="0" name=""/>
        <dsp:cNvSpPr/>
      </dsp:nvSpPr>
      <dsp:spPr>
        <a:xfrm>
          <a:off x="964137" y="4131258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Devolução</a:t>
          </a:r>
          <a:r>
            <a:rPr lang="en-US" sz="600" b="1" kern="1200" dirty="0" smtClean="0"/>
            <a:t> do 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utilizado</a:t>
          </a:r>
          <a:endParaRPr lang="en-US" sz="600" b="1" kern="1200" dirty="0"/>
        </a:p>
      </dsp:txBody>
      <dsp:txXfrm>
        <a:off x="964137" y="4131258"/>
        <a:ext cx="792224" cy="396112"/>
      </dsp:txXfrm>
    </dsp:sp>
    <dsp:sp modelId="{060D3020-6062-4CB2-99B7-D7C0C43D6E7F}">
      <dsp:nvSpPr>
        <dsp:cNvPr id="0" name=""/>
        <dsp:cNvSpPr/>
      </dsp:nvSpPr>
      <dsp:spPr>
        <a:xfrm>
          <a:off x="484841" y="4693737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Devolvido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pelo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Cooperante</a:t>
          </a:r>
          <a:endParaRPr lang="en-US" sz="600" b="1" kern="1200" dirty="0"/>
        </a:p>
      </dsp:txBody>
      <dsp:txXfrm>
        <a:off x="484841" y="4693737"/>
        <a:ext cx="792224" cy="396112"/>
      </dsp:txXfrm>
    </dsp:sp>
    <dsp:sp modelId="{94230168-6456-4BD3-9F04-8B0E57AF0149}">
      <dsp:nvSpPr>
        <dsp:cNvPr id="0" name=""/>
        <dsp:cNvSpPr/>
      </dsp:nvSpPr>
      <dsp:spPr>
        <a:xfrm>
          <a:off x="1443433" y="4693737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Devolvido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pelo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Cooperante</a:t>
          </a:r>
          <a:endParaRPr lang="en-US" sz="600" b="1" kern="1200" dirty="0"/>
        </a:p>
      </dsp:txBody>
      <dsp:txXfrm>
        <a:off x="1443433" y="4693737"/>
        <a:ext cx="792224" cy="396112"/>
      </dsp:txXfrm>
    </dsp:sp>
    <dsp:sp modelId="{0D9B609D-D47A-496F-8CB9-A6CB62B4BC6B}">
      <dsp:nvSpPr>
        <dsp:cNvPr id="0" name=""/>
        <dsp:cNvSpPr/>
      </dsp:nvSpPr>
      <dsp:spPr>
        <a:xfrm>
          <a:off x="1641489" y="5256216"/>
          <a:ext cx="792224" cy="396112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Ação</a:t>
          </a:r>
          <a:r>
            <a:rPr lang="en-US" sz="600" b="1" kern="1200" dirty="0" smtClean="0"/>
            <a:t> judicial </a:t>
          </a:r>
          <a:r>
            <a:rPr lang="en-US" sz="600" b="1" kern="1200" dirty="0" err="1" smtClean="0"/>
            <a:t>para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retomada</a:t>
          </a:r>
          <a:r>
            <a:rPr lang="en-US" sz="600" b="1" kern="1200" dirty="0" smtClean="0"/>
            <a:t> do material</a:t>
          </a:r>
          <a:endParaRPr lang="en-US" sz="600" b="1" kern="1200" dirty="0"/>
        </a:p>
      </dsp:txBody>
      <dsp:txXfrm>
        <a:off x="1641489" y="5256216"/>
        <a:ext cx="792224" cy="396112"/>
      </dsp:txXfrm>
    </dsp:sp>
    <dsp:sp modelId="{F88B4DBC-8668-48C7-B8E7-179B0C9377B7}">
      <dsp:nvSpPr>
        <dsp:cNvPr id="0" name=""/>
        <dsp:cNvSpPr/>
      </dsp:nvSpPr>
      <dsp:spPr>
        <a:xfrm>
          <a:off x="2501052" y="2443820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Sem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Plantio</a:t>
          </a:r>
          <a:endParaRPr lang="en-US" sz="600" b="1" kern="1200" dirty="0"/>
        </a:p>
      </dsp:txBody>
      <dsp:txXfrm>
        <a:off x="2501052" y="2443820"/>
        <a:ext cx="792224" cy="396112"/>
      </dsp:txXfrm>
    </dsp:sp>
    <dsp:sp modelId="{C3606DE9-A30A-4B6E-AFE3-BAC1C9F40EC9}">
      <dsp:nvSpPr>
        <dsp:cNvPr id="0" name=""/>
        <dsp:cNvSpPr/>
      </dsp:nvSpPr>
      <dsp:spPr>
        <a:xfrm>
          <a:off x="1922728" y="3006299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Entregue</a:t>
          </a:r>
          <a:endParaRPr lang="en-US" sz="600" b="1" kern="1200" dirty="0"/>
        </a:p>
      </dsp:txBody>
      <dsp:txXfrm>
        <a:off x="1922728" y="3006299"/>
        <a:ext cx="792224" cy="396112"/>
      </dsp:txXfrm>
    </dsp:sp>
    <dsp:sp modelId="{016471FB-1A1D-45B9-8DFA-E906C70F2353}">
      <dsp:nvSpPr>
        <dsp:cNvPr id="0" name=""/>
        <dsp:cNvSpPr/>
      </dsp:nvSpPr>
      <dsp:spPr>
        <a:xfrm>
          <a:off x="2120784" y="3568779"/>
          <a:ext cx="792224" cy="396112"/>
        </a:xfrm>
        <a:prstGeom prst="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Distrato</a:t>
          </a:r>
          <a:r>
            <a:rPr lang="en-US" sz="600" b="1" kern="1200" dirty="0" smtClean="0"/>
            <a:t> s/ </a:t>
          </a:r>
          <a:r>
            <a:rPr lang="en-US" sz="600" b="1" kern="1200" dirty="0" err="1" smtClean="0"/>
            <a:t>plantio</a:t>
          </a:r>
          <a:r>
            <a:rPr lang="en-US" sz="600" b="1" kern="1200" dirty="0" smtClean="0"/>
            <a:t>, c/ </a:t>
          </a:r>
          <a:r>
            <a:rPr lang="en-US" sz="600" b="1" kern="1200" dirty="0" err="1" smtClean="0"/>
            <a:t>indenização</a:t>
          </a:r>
          <a:r>
            <a:rPr lang="en-US" sz="600" b="1" kern="1200" dirty="0" smtClean="0"/>
            <a:t> e s/ </a:t>
          </a:r>
          <a:r>
            <a:rPr lang="en-US" sz="600" b="1" kern="1200" dirty="0" err="1" smtClean="0"/>
            <a:t>devolução</a:t>
          </a:r>
          <a:r>
            <a:rPr lang="en-US" sz="600" b="1" kern="1200" dirty="0" smtClean="0"/>
            <a:t> de material</a:t>
          </a:r>
          <a:endParaRPr lang="en-US" sz="600" b="1" kern="1200" dirty="0"/>
        </a:p>
      </dsp:txBody>
      <dsp:txXfrm>
        <a:off x="2120784" y="3568779"/>
        <a:ext cx="792224" cy="396112"/>
      </dsp:txXfrm>
    </dsp:sp>
    <dsp:sp modelId="{1C2CF105-B0C8-45D2-8373-ABD761465198}">
      <dsp:nvSpPr>
        <dsp:cNvPr id="0" name=""/>
        <dsp:cNvSpPr/>
      </dsp:nvSpPr>
      <dsp:spPr>
        <a:xfrm>
          <a:off x="3079376" y="3006299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Entregue</a:t>
          </a:r>
          <a:endParaRPr lang="en-US" sz="600" b="1" kern="1200" dirty="0"/>
        </a:p>
      </dsp:txBody>
      <dsp:txXfrm>
        <a:off x="3079376" y="3006299"/>
        <a:ext cx="792224" cy="396112"/>
      </dsp:txXfrm>
    </dsp:sp>
    <dsp:sp modelId="{361B05CA-CF43-4EC7-B17E-16A586D38CF8}">
      <dsp:nvSpPr>
        <dsp:cNvPr id="0" name=""/>
        <dsp:cNvSpPr/>
      </dsp:nvSpPr>
      <dsp:spPr>
        <a:xfrm>
          <a:off x="3079376" y="3568779"/>
          <a:ext cx="792224" cy="396112"/>
        </a:xfrm>
        <a:prstGeom prst="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Distrato</a:t>
          </a:r>
          <a:r>
            <a:rPr lang="en-US" sz="600" b="1" kern="1200" dirty="0" smtClean="0"/>
            <a:t> s/ </a:t>
          </a:r>
          <a:r>
            <a:rPr lang="en-US" sz="600" b="1" kern="1200" dirty="0" err="1" smtClean="0"/>
            <a:t>plantio</a:t>
          </a:r>
          <a:r>
            <a:rPr lang="en-US" sz="600" b="1" kern="1200" dirty="0" smtClean="0"/>
            <a:t>, c/ </a:t>
          </a:r>
          <a:r>
            <a:rPr lang="en-US" sz="600" b="1" kern="1200" dirty="0" err="1" smtClean="0"/>
            <a:t>indenização</a:t>
          </a:r>
          <a:r>
            <a:rPr lang="en-US" sz="600" b="1" kern="1200" dirty="0" smtClean="0"/>
            <a:t> e c/ </a:t>
          </a:r>
          <a:r>
            <a:rPr lang="en-US" sz="600" b="1" kern="1200" dirty="0" err="1" smtClean="0"/>
            <a:t>devolução</a:t>
          </a:r>
          <a:r>
            <a:rPr lang="en-US" sz="600" b="1" kern="1200" dirty="0" smtClean="0"/>
            <a:t> de material</a:t>
          </a:r>
          <a:endParaRPr lang="en-US" sz="600" b="1" kern="1200" dirty="0"/>
        </a:p>
      </dsp:txBody>
      <dsp:txXfrm>
        <a:off x="3079376" y="3568779"/>
        <a:ext cx="792224" cy="396112"/>
      </dsp:txXfrm>
    </dsp:sp>
    <dsp:sp modelId="{845EFED8-837A-49AB-AA70-4C48BCE78C70}">
      <dsp:nvSpPr>
        <dsp:cNvPr id="0" name=""/>
        <dsp:cNvSpPr/>
      </dsp:nvSpPr>
      <dsp:spPr>
        <a:xfrm>
          <a:off x="2600080" y="4131258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devolvido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pelo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Cooperante</a:t>
          </a:r>
          <a:endParaRPr lang="en-US" sz="600" b="1" kern="1200" dirty="0"/>
        </a:p>
      </dsp:txBody>
      <dsp:txXfrm>
        <a:off x="2600080" y="4131258"/>
        <a:ext cx="792224" cy="396112"/>
      </dsp:txXfrm>
    </dsp:sp>
    <dsp:sp modelId="{13173073-4369-489F-8915-C747FA4DDB18}">
      <dsp:nvSpPr>
        <dsp:cNvPr id="0" name=""/>
        <dsp:cNvSpPr/>
      </dsp:nvSpPr>
      <dsp:spPr>
        <a:xfrm>
          <a:off x="3558671" y="4131258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devolvido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pelo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Cooperante</a:t>
          </a:r>
          <a:endParaRPr lang="en-US" sz="600" b="1" kern="1200" dirty="0"/>
        </a:p>
      </dsp:txBody>
      <dsp:txXfrm>
        <a:off x="3558671" y="4131258"/>
        <a:ext cx="792224" cy="396112"/>
      </dsp:txXfrm>
    </dsp:sp>
    <dsp:sp modelId="{1A1D1CC3-FCD4-42FA-98E5-09782643B386}">
      <dsp:nvSpPr>
        <dsp:cNvPr id="0" name=""/>
        <dsp:cNvSpPr/>
      </dsp:nvSpPr>
      <dsp:spPr>
        <a:xfrm>
          <a:off x="3756728" y="4693737"/>
          <a:ext cx="792224" cy="396112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Ação</a:t>
          </a:r>
          <a:r>
            <a:rPr lang="en-US" sz="600" b="1" kern="1200" dirty="0" smtClean="0"/>
            <a:t> judicial </a:t>
          </a:r>
          <a:r>
            <a:rPr lang="en-US" sz="600" b="1" kern="1200" dirty="0" err="1" smtClean="0"/>
            <a:t>para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retomada</a:t>
          </a:r>
          <a:r>
            <a:rPr lang="en-US" sz="600" b="1" kern="1200" dirty="0" smtClean="0"/>
            <a:t> do material</a:t>
          </a:r>
          <a:endParaRPr lang="en-US" sz="600" b="1" kern="1200" dirty="0"/>
        </a:p>
      </dsp:txBody>
      <dsp:txXfrm>
        <a:off x="3756728" y="4693737"/>
        <a:ext cx="792224" cy="396112"/>
      </dsp:txXfrm>
    </dsp:sp>
    <dsp:sp modelId="{B69D9DEA-6844-4F10-BDBA-2100F653FF89}">
      <dsp:nvSpPr>
        <dsp:cNvPr id="0" name=""/>
        <dsp:cNvSpPr/>
      </dsp:nvSpPr>
      <dsp:spPr>
        <a:xfrm>
          <a:off x="5723424" y="1881341"/>
          <a:ext cx="792224" cy="396112"/>
        </a:xfrm>
        <a:prstGeom prst="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Sem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Indenização</a:t>
          </a:r>
          <a:endParaRPr lang="en-US" sz="600" b="1" kern="1200" dirty="0"/>
        </a:p>
      </dsp:txBody>
      <dsp:txXfrm>
        <a:off x="5723424" y="1881341"/>
        <a:ext cx="792224" cy="396112"/>
      </dsp:txXfrm>
    </dsp:sp>
    <dsp:sp modelId="{9EE0D99C-FA39-4D4B-BA64-2F787993FD79}">
      <dsp:nvSpPr>
        <dsp:cNvPr id="0" name=""/>
        <dsp:cNvSpPr/>
      </dsp:nvSpPr>
      <dsp:spPr>
        <a:xfrm>
          <a:off x="4715319" y="2443820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Com </a:t>
          </a:r>
          <a:r>
            <a:rPr lang="en-US" sz="600" b="1" kern="1200" dirty="0" err="1" smtClean="0"/>
            <a:t>Plantio</a:t>
          </a:r>
          <a:endParaRPr lang="en-US" sz="600" b="1" kern="1200" dirty="0"/>
        </a:p>
      </dsp:txBody>
      <dsp:txXfrm>
        <a:off x="4715319" y="2443820"/>
        <a:ext cx="792224" cy="396112"/>
      </dsp:txXfrm>
    </dsp:sp>
    <dsp:sp modelId="{D4C3E692-0F23-4F15-B144-6F66E1914387}">
      <dsp:nvSpPr>
        <dsp:cNvPr id="0" name=""/>
        <dsp:cNvSpPr/>
      </dsp:nvSpPr>
      <dsp:spPr>
        <a:xfrm>
          <a:off x="4236023" y="3006299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Plantio</a:t>
          </a:r>
          <a:r>
            <a:rPr lang="en-US" sz="600" b="1" kern="1200" dirty="0" smtClean="0"/>
            <a:t> Integral</a:t>
          </a:r>
          <a:endParaRPr lang="en-US" sz="600" b="1" kern="1200" dirty="0"/>
        </a:p>
      </dsp:txBody>
      <dsp:txXfrm>
        <a:off x="4236023" y="3006299"/>
        <a:ext cx="792224" cy="396112"/>
      </dsp:txXfrm>
    </dsp:sp>
    <dsp:sp modelId="{E6BE6D01-C2B4-4B0D-A164-1CA029C77D0C}">
      <dsp:nvSpPr>
        <dsp:cNvPr id="0" name=""/>
        <dsp:cNvSpPr/>
      </dsp:nvSpPr>
      <dsp:spPr>
        <a:xfrm>
          <a:off x="4236023" y="3568779"/>
          <a:ext cx="792224" cy="396112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Distrato</a:t>
          </a:r>
          <a:r>
            <a:rPr lang="en-US" sz="600" b="1" kern="1200" dirty="0" smtClean="0"/>
            <a:t> c/ </a:t>
          </a:r>
          <a:r>
            <a:rPr lang="en-US" sz="600" b="1" kern="1200" dirty="0" err="1" smtClean="0"/>
            <a:t>plantio</a:t>
          </a:r>
          <a:r>
            <a:rPr lang="en-US" sz="600" b="1" kern="1200" dirty="0" smtClean="0"/>
            <a:t> e s/ </a:t>
          </a:r>
          <a:r>
            <a:rPr lang="en-US" sz="600" b="1" kern="1200" dirty="0" err="1" smtClean="0"/>
            <a:t>indenização</a:t>
          </a:r>
          <a:endParaRPr lang="en-US" sz="600" b="1" kern="1200" dirty="0"/>
        </a:p>
      </dsp:txBody>
      <dsp:txXfrm>
        <a:off x="4236023" y="3568779"/>
        <a:ext cx="792224" cy="396112"/>
      </dsp:txXfrm>
    </dsp:sp>
    <dsp:sp modelId="{6D184194-5737-4C0B-8774-198209D98B6E}">
      <dsp:nvSpPr>
        <dsp:cNvPr id="0" name=""/>
        <dsp:cNvSpPr/>
      </dsp:nvSpPr>
      <dsp:spPr>
        <a:xfrm>
          <a:off x="5194615" y="3006299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Plantio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Parcial</a:t>
          </a:r>
          <a:endParaRPr lang="en-US" sz="600" b="1" kern="1200" dirty="0"/>
        </a:p>
      </dsp:txBody>
      <dsp:txXfrm>
        <a:off x="5194615" y="3006299"/>
        <a:ext cx="792224" cy="396112"/>
      </dsp:txXfrm>
    </dsp:sp>
    <dsp:sp modelId="{E870CC5A-28BA-402E-B370-05C82B89C5C6}">
      <dsp:nvSpPr>
        <dsp:cNvPr id="0" name=""/>
        <dsp:cNvSpPr/>
      </dsp:nvSpPr>
      <dsp:spPr>
        <a:xfrm>
          <a:off x="5194615" y="3568779"/>
          <a:ext cx="792224" cy="396112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Distrato</a:t>
          </a:r>
          <a:r>
            <a:rPr lang="en-US" sz="600" b="1" kern="1200" dirty="0" smtClean="0"/>
            <a:t> c/ </a:t>
          </a:r>
          <a:r>
            <a:rPr lang="en-US" sz="600" b="1" kern="1200" dirty="0" err="1" smtClean="0"/>
            <a:t>plantio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parcial</a:t>
          </a:r>
          <a:r>
            <a:rPr lang="en-US" sz="600" b="1" kern="1200" dirty="0" smtClean="0"/>
            <a:t>, s/ </a:t>
          </a:r>
          <a:r>
            <a:rPr lang="en-US" sz="600" b="1" kern="1200" dirty="0" err="1" smtClean="0"/>
            <a:t>indenização</a:t>
          </a:r>
          <a:r>
            <a:rPr lang="en-US" sz="600" b="1" kern="1200" dirty="0" smtClean="0"/>
            <a:t>  e c/ </a:t>
          </a:r>
          <a:r>
            <a:rPr lang="en-US" sz="600" b="1" kern="1200" dirty="0" err="1" smtClean="0"/>
            <a:t>devolução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parcial</a:t>
          </a:r>
          <a:r>
            <a:rPr lang="en-US" sz="600" b="1" kern="1200" dirty="0" smtClean="0"/>
            <a:t> do 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utilizado</a:t>
          </a:r>
          <a:endParaRPr lang="en-US" sz="600" b="1" kern="1200" dirty="0"/>
        </a:p>
      </dsp:txBody>
      <dsp:txXfrm>
        <a:off x="5194615" y="3568779"/>
        <a:ext cx="792224" cy="396112"/>
      </dsp:txXfrm>
    </dsp:sp>
    <dsp:sp modelId="{7A5F0159-D6DA-4014-B9B3-0348935D302F}">
      <dsp:nvSpPr>
        <dsp:cNvPr id="0" name=""/>
        <dsp:cNvSpPr/>
      </dsp:nvSpPr>
      <dsp:spPr>
        <a:xfrm>
          <a:off x="5194615" y="4131258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Devolução</a:t>
          </a:r>
          <a:r>
            <a:rPr lang="en-US" sz="600" b="1" kern="1200" dirty="0" smtClean="0"/>
            <a:t> do 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utilizado</a:t>
          </a:r>
          <a:endParaRPr lang="en-US" sz="600" b="1" kern="1200" dirty="0"/>
        </a:p>
      </dsp:txBody>
      <dsp:txXfrm>
        <a:off x="5194615" y="4131258"/>
        <a:ext cx="792224" cy="396112"/>
      </dsp:txXfrm>
    </dsp:sp>
    <dsp:sp modelId="{16064723-D4A1-430E-949A-E0A8475EC3A4}">
      <dsp:nvSpPr>
        <dsp:cNvPr id="0" name=""/>
        <dsp:cNvSpPr/>
      </dsp:nvSpPr>
      <dsp:spPr>
        <a:xfrm>
          <a:off x="4715319" y="4693737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Devolvido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pelo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Cooperante</a:t>
          </a:r>
          <a:endParaRPr lang="en-US" sz="600" b="1" kern="1200" dirty="0"/>
        </a:p>
      </dsp:txBody>
      <dsp:txXfrm>
        <a:off x="4715319" y="4693737"/>
        <a:ext cx="792224" cy="396112"/>
      </dsp:txXfrm>
    </dsp:sp>
    <dsp:sp modelId="{7BC5BBC2-1162-4F97-9365-D0A8CF872177}">
      <dsp:nvSpPr>
        <dsp:cNvPr id="0" name=""/>
        <dsp:cNvSpPr/>
      </dsp:nvSpPr>
      <dsp:spPr>
        <a:xfrm>
          <a:off x="5673910" y="4693737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Devolvido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pelo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Cooperante</a:t>
          </a:r>
          <a:endParaRPr lang="en-US" sz="600" b="1" kern="1200" dirty="0"/>
        </a:p>
      </dsp:txBody>
      <dsp:txXfrm>
        <a:off x="5673910" y="4693737"/>
        <a:ext cx="792224" cy="396112"/>
      </dsp:txXfrm>
    </dsp:sp>
    <dsp:sp modelId="{D377FC22-17A2-4B6F-AD9C-6FF9B589BE39}">
      <dsp:nvSpPr>
        <dsp:cNvPr id="0" name=""/>
        <dsp:cNvSpPr/>
      </dsp:nvSpPr>
      <dsp:spPr>
        <a:xfrm>
          <a:off x="5871966" y="5256216"/>
          <a:ext cx="792224" cy="396112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Ação</a:t>
          </a:r>
          <a:r>
            <a:rPr lang="en-US" sz="600" b="1" kern="1200" dirty="0" smtClean="0"/>
            <a:t> Judicial </a:t>
          </a:r>
          <a:r>
            <a:rPr lang="en-US" sz="600" b="1" kern="1200" dirty="0" err="1" smtClean="0"/>
            <a:t>para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retomada</a:t>
          </a:r>
          <a:r>
            <a:rPr lang="en-US" sz="600" b="1" kern="1200" dirty="0" smtClean="0"/>
            <a:t> do material</a:t>
          </a:r>
          <a:endParaRPr lang="en-US" sz="600" b="1" kern="1200" dirty="0"/>
        </a:p>
      </dsp:txBody>
      <dsp:txXfrm>
        <a:off x="5871966" y="5256216"/>
        <a:ext cx="792224" cy="396112"/>
      </dsp:txXfrm>
    </dsp:sp>
    <dsp:sp modelId="{D333FB8C-2245-43C6-946D-6CACC86B130B}">
      <dsp:nvSpPr>
        <dsp:cNvPr id="0" name=""/>
        <dsp:cNvSpPr/>
      </dsp:nvSpPr>
      <dsp:spPr>
        <a:xfrm>
          <a:off x="6731530" y="2443820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Sem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Plantio</a:t>
          </a:r>
          <a:endParaRPr lang="en-US" sz="600" b="1" kern="1200" dirty="0"/>
        </a:p>
      </dsp:txBody>
      <dsp:txXfrm>
        <a:off x="6731530" y="2443820"/>
        <a:ext cx="792224" cy="396112"/>
      </dsp:txXfrm>
    </dsp:sp>
    <dsp:sp modelId="{6F92CE2B-4C4D-4A2C-A34E-CB5062DC2713}">
      <dsp:nvSpPr>
        <dsp:cNvPr id="0" name=""/>
        <dsp:cNvSpPr/>
      </dsp:nvSpPr>
      <dsp:spPr>
        <a:xfrm>
          <a:off x="6153206" y="3006299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Entregue</a:t>
          </a:r>
          <a:endParaRPr lang="en-US" sz="600" b="1" kern="1200" dirty="0"/>
        </a:p>
      </dsp:txBody>
      <dsp:txXfrm>
        <a:off x="6153206" y="3006299"/>
        <a:ext cx="792224" cy="396112"/>
      </dsp:txXfrm>
    </dsp:sp>
    <dsp:sp modelId="{66ACF0D8-5624-45AC-A192-B8C6596204B8}">
      <dsp:nvSpPr>
        <dsp:cNvPr id="0" name=""/>
        <dsp:cNvSpPr/>
      </dsp:nvSpPr>
      <dsp:spPr>
        <a:xfrm>
          <a:off x="6351262" y="3568779"/>
          <a:ext cx="792224" cy="396112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Distrato</a:t>
          </a:r>
          <a:r>
            <a:rPr lang="en-US" sz="600" b="1" kern="1200" dirty="0" smtClean="0"/>
            <a:t> s/ </a:t>
          </a:r>
          <a:r>
            <a:rPr lang="en-US" sz="600" b="1" kern="1200" dirty="0" err="1" smtClean="0"/>
            <a:t>plantio</a:t>
          </a:r>
          <a:r>
            <a:rPr lang="en-US" sz="600" b="1" kern="1200" dirty="0" smtClean="0"/>
            <a:t> , s/ </a:t>
          </a:r>
          <a:r>
            <a:rPr lang="en-US" sz="600" b="1" kern="1200" dirty="0" err="1" smtClean="0"/>
            <a:t>indenização</a:t>
          </a:r>
          <a:r>
            <a:rPr lang="en-US" sz="600" b="1" kern="1200" dirty="0" smtClean="0"/>
            <a:t> e s/ </a:t>
          </a:r>
          <a:r>
            <a:rPr lang="en-US" sz="600" b="1" kern="1200" dirty="0" err="1" smtClean="0"/>
            <a:t>devolução</a:t>
          </a:r>
          <a:r>
            <a:rPr lang="en-US" sz="600" b="1" kern="1200" dirty="0" smtClean="0"/>
            <a:t> de material</a:t>
          </a:r>
          <a:endParaRPr lang="en-US" sz="600" b="1" kern="1200" dirty="0"/>
        </a:p>
      </dsp:txBody>
      <dsp:txXfrm>
        <a:off x="6351262" y="3568779"/>
        <a:ext cx="792224" cy="396112"/>
      </dsp:txXfrm>
    </dsp:sp>
    <dsp:sp modelId="{9384C0B5-59B0-4508-BB71-488B537BEC3F}">
      <dsp:nvSpPr>
        <dsp:cNvPr id="0" name=""/>
        <dsp:cNvSpPr/>
      </dsp:nvSpPr>
      <dsp:spPr>
        <a:xfrm>
          <a:off x="7309853" y="3006299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Entregue</a:t>
          </a:r>
          <a:endParaRPr lang="en-US" sz="600" b="1" kern="1200" dirty="0"/>
        </a:p>
      </dsp:txBody>
      <dsp:txXfrm>
        <a:off x="7309853" y="3006299"/>
        <a:ext cx="792224" cy="396112"/>
      </dsp:txXfrm>
    </dsp:sp>
    <dsp:sp modelId="{90E8B7A2-2213-4626-92F0-A4B06A41D140}">
      <dsp:nvSpPr>
        <dsp:cNvPr id="0" name=""/>
        <dsp:cNvSpPr/>
      </dsp:nvSpPr>
      <dsp:spPr>
        <a:xfrm>
          <a:off x="7309853" y="3568779"/>
          <a:ext cx="792224" cy="396112"/>
        </a:xfrm>
        <a:prstGeom prst="rect">
          <a:avLst/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Distrato</a:t>
          </a:r>
          <a:r>
            <a:rPr lang="en-US" sz="600" b="1" kern="1200" dirty="0" smtClean="0"/>
            <a:t> s/ </a:t>
          </a:r>
          <a:r>
            <a:rPr lang="en-US" sz="600" b="1" kern="1200" dirty="0" err="1" smtClean="0"/>
            <a:t>plantio</a:t>
          </a:r>
          <a:r>
            <a:rPr lang="en-US" sz="600" b="1" kern="1200" dirty="0" smtClean="0"/>
            <a:t>, s/ </a:t>
          </a:r>
          <a:r>
            <a:rPr lang="en-US" sz="600" b="1" kern="1200" dirty="0" err="1" smtClean="0"/>
            <a:t>indenização</a:t>
          </a:r>
          <a:r>
            <a:rPr lang="en-US" sz="600" b="1" kern="1200" dirty="0" smtClean="0"/>
            <a:t> e c/ </a:t>
          </a:r>
          <a:r>
            <a:rPr lang="en-US" sz="600" b="1" kern="1200" dirty="0" err="1" smtClean="0"/>
            <a:t>devolução</a:t>
          </a:r>
          <a:r>
            <a:rPr lang="en-US" sz="600" b="1" kern="1200" dirty="0" smtClean="0"/>
            <a:t> de material </a:t>
          </a:r>
          <a:endParaRPr lang="en-US" sz="600" b="1" kern="1200" dirty="0"/>
        </a:p>
      </dsp:txBody>
      <dsp:txXfrm>
        <a:off x="7309853" y="3568779"/>
        <a:ext cx="792224" cy="396112"/>
      </dsp:txXfrm>
    </dsp:sp>
    <dsp:sp modelId="{AEBEFB2D-B7AF-4214-950E-67978430F952}">
      <dsp:nvSpPr>
        <dsp:cNvPr id="0" name=""/>
        <dsp:cNvSpPr/>
      </dsp:nvSpPr>
      <dsp:spPr>
        <a:xfrm>
          <a:off x="6830558" y="4131258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Devolvido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pelo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Cooperante</a:t>
          </a:r>
          <a:endParaRPr lang="en-US" sz="600" b="1" kern="1200" dirty="0"/>
        </a:p>
      </dsp:txBody>
      <dsp:txXfrm>
        <a:off x="6830558" y="4131258"/>
        <a:ext cx="792224" cy="396112"/>
      </dsp:txXfrm>
    </dsp:sp>
    <dsp:sp modelId="{31CA500B-FDC3-46AC-9CED-BC725DC1E21E}">
      <dsp:nvSpPr>
        <dsp:cNvPr id="0" name=""/>
        <dsp:cNvSpPr/>
      </dsp:nvSpPr>
      <dsp:spPr>
        <a:xfrm>
          <a:off x="7789149" y="4131258"/>
          <a:ext cx="792224" cy="396112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smtClean="0"/>
            <a:t>Material </a:t>
          </a:r>
          <a:r>
            <a:rPr lang="en-US" sz="600" b="1" kern="1200" dirty="0" err="1" smtClean="0"/>
            <a:t>Não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Devolvido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pelo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Cooperante</a:t>
          </a:r>
          <a:endParaRPr lang="en-US" sz="600" b="1" kern="1200" dirty="0"/>
        </a:p>
      </dsp:txBody>
      <dsp:txXfrm>
        <a:off x="7789149" y="4131258"/>
        <a:ext cx="792224" cy="396112"/>
      </dsp:txXfrm>
    </dsp:sp>
    <dsp:sp modelId="{AE2DF685-3F67-4586-A0AD-FCD512B8E079}">
      <dsp:nvSpPr>
        <dsp:cNvPr id="0" name=""/>
        <dsp:cNvSpPr/>
      </dsp:nvSpPr>
      <dsp:spPr>
        <a:xfrm>
          <a:off x="7987205" y="4693737"/>
          <a:ext cx="792224" cy="396112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" b="1" kern="1200" dirty="0" err="1" smtClean="0"/>
            <a:t>Ação</a:t>
          </a:r>
          <a:r>
            <a:rPr lang="en-US" sz="600" b="1" kern="1200" dirty="0" smtClean="0"/>
            <a:t> Judicial </a:t>
          </a:r>
          <a:r>
            <a:rPr lang="en-US" sz="600" b="1" kern="1200" dirty="0" err="1" smtClean="0"/>
            <a:t>para</a:t>
          </a:r>
          <a:r>
            <a:rPr lang="en-US" sz="600" b="1" kern="1200" dirty="0" smtClean="0"/>
            <a:t> </a:t>
          </a:r>
          <a:r>
            <a:rPr lang="en-US" sz="600" b="1" kern="1200" dirty="0" err="1" smtClean="0"/>
            <a:t>retomada</a:t>
          </a:r>
          <a:r>
            <a:rPr lang="en-US" sz="600" b="1" kern="1200" dirty="0" smtClean="0"/>
            <a:t> do material</a:t>
          </a:r>
          <a:endParaRPr lang="en-US" sz="600" b="1" kern="1200" dirty="0"/>
        </a:p>
      </dsp:txBody>
      <dsp:txXfrm>
        <a:off x="7987205" y="4693737"/>
        <a:ext cx="792224" cy="396112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1EBB94B-E26B-4715-A89B-7F57AC38B1AA}">
      <dsp:nvSpPr>
        <dsp:cNvPr id="0" name=""/>
        <dsp:cNvSpPr/>
      </dsp:nvSpPr>
      <dsp:spPr>
        <a:xfrm>
          <a:off x="7947282" y="2471486"/>
          <a:ext cx="108377" cy="8453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5347"/>
              </a:lnTo>
              <a:lnTo>
                <a:pt x="108377" y="845347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E4A517-7C52-4C35-A61B-EAEE85FED868}">
      <dsp:nvSpPr>
        <dsp:cNvPr id="0" name=""/>
        <dsp:cNvSpPr/>
      </dsp:nvSpPr>
      <dsp:spPr>
        <a:xfrm>
          <a:off x="7947282" y="2471486"/>
          <a:ext cx="108377" cy="332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58"/>
              </a:lnTo>
              <a:lnTo>
                <a:pt x="108377" y="332358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792D4F-F963-43EB-8C9B-4A436CAD3726}">
      <dsp:nvSpPr>
        <dsp:cNvPr id="0" name=""/>
        <dsp:cNvSpPr/>
      </dsp:nvSpPr>
      <dsp:spPr>
        <a:xfrm>
          <a:off x="5185904" y="1958498"/>
          <a:ext cx="3050385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3050385" y="75864"/>
              </a:lnTo>
              <a:lnTo>
                <a:pt x="3050385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FFF035-A123-47DF-96A2-3AA456E29EE1}">
      <dsp:nvSpPr>
        <dsp:cNvPr id="0" name=""/>
        <dsp:cNvSpPr/>
      </dsp:nvSpPr>
      <dsp:spPr>
        <a:xfrm>
          <a:off x="7690788" y="4010452"/>
          <a:ext cx="108377" cy="332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58"/>
              </a:lnTo>
              <a:lnTo>
                <a:pt x="108377" y="332358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330749-8C06-40C3-BF14-2CB1F55E3BB2}">
      <dsp:nvSpPr>
        <dsp:cNvPr id="0" name=""/>
        <dsp:cNvSpPr/>
      </dsp:nvSpPr>
      <dsp:spPr>
        <a:xfrm>
          <a:off x="7542671" y="3497464"/>
          <a:ext cx="437124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437124" y="75864"/>
              </a:lnTo>
              <a:lnTo>
                <a:pt x="437124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E60074-9DCB-4B99-AB9D-2B7DDD63FE8F}">
      <dsp:nvSpPr>
        <dsp:cNvPr id="0" name=""/>
        <dsp:cNvSpPr/>
      </dsp:nvSpPr>
      <dsp:spPr>
        <a:xfrm>
          <a:off x="7105547" y="3497464"/>
          <a:ext cx="437124" cy="151729"/>
        </a:xfrm>
        <a:custGeom>
          <a:avLst/>
          <a:gdLst/>
          <a:ahLst/>
          <a:cxnLst/>
          <a:rect l="0" t="0" r="0" b="0"/>
          <a:pathLst>
            <a:path>
              <a:moveTo>
                <a:pt x="437124" y="0"/>
              </a:moveTo>
              <a:lnTo>
                <a:pt x="437124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2B7F5C-74CD-4A13-8891-590BFBD6289E}">
      <dsp:nvSpPr>
        <dsp:cNvPr id="0" name=""/>
        <dsp:cNvSpPr/>
      </dsp:nvSpPr>
      <dsp:spPr>
        <a:xfrm>
          <a:off x="7105547" y="2984475"/>
          <a:ext cx="437124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437124" y="75864"/>
              </a:lnTo>
              <a:lnTo>
                <a:pt x="437124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806484-EB0C-400A-BDD3-7B67353902C8}">
      <dsp:nvSpPr>
        <dsp:cNvPr id="0" name=""/>
        <dsp:cNvSpPr/>
      </dsp:nvSpPr>
      <dsp:spPr>
        <a:xfrm>
          <a:off x="6668423" y="2984475"/>
          <a:ext cx="437124" cy="151729"/>
        </a:xfrm>
        <a:custGeom>
          <a:avLst/>
          <a:gdLst/>
          <a:ahLst/>
          <a:cxnLst/>
          <a:rect l="0" t="0" r="0" b="0"/>
          <a:pathLst>
            <a:path>
              <a:moveTo>
                <a:pt x="437124" y="0"/>
              </a:moveTo>
              <a:lnTo>
                <a:pt x="437124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E374D5-A256-4295-BB7F-E0784268504D}">
      <dsp:nvSpPr>
        <dsp:cNvPr id="0" name=""/>
        <dsp:cNvSpPr/>
      </dsp:nvSpPr>
      <dsp:spPr>
        <a:xfrm>
          <a:off x="5147972" y="2471486"/>
          <a:ext cx="1957575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1957575" y="75864"/>
              </a:lnTo>
              <a:lnTo>
                <a:pt x="1957575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99EF7-A626-45D1-865D-545FCD05521C}">
      <dsp:nvSpPr>
        <dsp:cNvPr id="0" name=""/>
        <dsp:cNvSpPr/>
      </dsp:nvSpPr>
      <dsp:spPr>
        <a:xfrm>
          <a:off x="6816540" y="5036430"/>
          <a:ext cx="108377" cy="332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58"/>
              </a:lnTo>
              <a:lnTo>
                <a:pt x="108377" y="332358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CF1646-A956-404F-8DE2-B0579484B80F}">
      <dsp:nvSpPr>
        <dsp:cNvPr id="0" name=""/>
        <dsp:cNvSpPr/>
      </dsp:nvSpPr>
      <dsp:spPr>
        <a:xfrm>
          <a:off x="6668423" y="4523441"/>
          <a:ext cx="437124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437124" y="75864"/>
              </a:lnTo>
              <a:lnTo>
                <a:pt x="437124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D46629-07C3-4AD1-BD92-EDF680FCC873}">
      <dsp:nvSpPr>
        <dsp:cNvPr id="0" name=""/>
        <dsp:cNvSpPr/>
      </dsp:nvSpPr>
      <dsp:spPr>
        <a:xfrm>
          <a:off x="6231299" y="4523441"/>
          <a:ext cx="437124" cy="151729"/>
        </a:xfrm>
        <a:custGeom>
          <a:avLst/>
          <a:gdLst/>
          <a:ahLst/>
          <a:cxnLst/>
          <a:rect l="0" t="0" r="0" b="0"/>
          <a:pathLst>
            <a:path>
              <a:moveTo>
                <a:pt x="437124" y="0"/>
              </a:moveTo>
              <a:lnTo>
                <a:pt x="437124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4FB7F8-CAC5-4DC7-935E-ADCA91615EE2}">
      <dsp:nvSpPr>
        <dsp:cNvPr id="0" name=""/>
        <dsp:cNvSpPr/>
      </dsp:nvSpPr>
      <dsp:spPr>
        <a:xfrm>
          <a:off x="6231299" y="4010452"/>
          <a:ext cx="437124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437124" y="75864"/>
              </a:lnTo>
              <a:lnTo>
                <a:pt x="437124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1BE1B4-7151-4495-BD9F-3F0B5268D87A}">
      <dsp:nvSpPr>
        <dsp:cNvPr id="0" name=""/>
        <dsp:cNvSpPr/>
      </dsp:nvSpPr>
      <dsp:spPr>
        <a:xfrm>
          <a:off x="5794175" y="4010452"/>
          <a:ext cx="437124" cy="151729"/>
        </a:xfrm>
        <a:custGeom>
          <a:avLst/>
          <a:gdLst/>
          <a:ahLst/>
          <a:cxnLst/>
          <a:rect l="0" t="0" r="0" b="0"/>
          <a:pathLst>
            <a:path>
              <a:moveTo>
                <a:pt x="437124" y="0"/>
              </a:moveTo>
              <a:lnTo>
                <a:pt x="437124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C1E76F-BFA0-4119-BB92-6A4051C19520}">
      <dsp:nvSpPr>
        <dsp:cNvPr id="0" name=""/>
        <dsp:cNvSpPr/>
      </dsp:nvSpPr>
      <dsp:spPr>
        <a:xfrm>
          <a:off x="5138489" y="3497464"/>
          <a:ext cx="1092810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1092810" y="75864"/>
              </a:lnTo>
              <a:lnTo>
                <a:pt x="109281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09AD35-4BAB-4023-9C9D-94B0A6CE6576}">
      <dsp:nvSpPr>
        <dsp:cNvPr id="0" name=""/>
        <dsp:cNvSpPr/>
      </dsp:nvSpPr>
      <dsp:spPr>
        <a:xfrm>
          <a:off x="4630919" y="4523441"/>
          <a:ext cx="108377" cy="332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58"/>
              </a:lnTo>
              <a:lnTo>
                <a:pt x="108377" y="332358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073D68-4002-4460-B978-BC56D8DD9833}">
      <dsp:nvSpPr>
        <dsp:cNvPr id="0" name=""/>
        <dsp:cNvSpPr/>
      </dsp:nvSpPr>
      <dsp:spPr>
        <a:xfrm>
          <a:off x="4045678" y="4010452"/>
          <a:ext cx="874248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874248" y="75864"/>
              </a:lnTo>
              <a:lnTo>
                <a:pt x="874248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47959-7915-4078-B67E-3F57F786605F}">
      <dsp:nvSpPr>
        <dsp:cNvPr id="0" name=""/>
        <dsp:cNvSpPr/>
      </dsp:nvSpPr>
      <dsp:spPr>
        <a:xfrm>
          <a:off x="3756671" y="4523441"/>
          <a:ext cx="108377" cy="332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58"/>
              </a:lnTo>
              <a:lnTo>
                <a:pt x="108377" y="332358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43EBEC-DEC9-4FE1-A7D2-5DC54CEAB7EB}">
      <dsp:nvSpPr>
        <dsp:cNvPr id="0" name=""/>
        <dsp:cNvSpPr/>
      </dsp:nvSpPr>
      <dsp:spPr>
        <a:xfrm>
          <a:off x="3999958" y="4010452"/>
          <a:ext cx="91440" cy="1517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8D1AD0-9F5A-42C6-AAC9-33FCE7B9C0B8}">
      <dsp:nvSpPr>
        <dsp:cNvPr id="0" name=""/>
        <dsp:cNvSpPr/>
      </dsp:nvSpPr>
      <dsp:spPr>
        <a:xfrm>
          <a:off x="3171430" y="4010452"/>
          <a:ext cx="874248" cy="151729"/>
        </a:xfrm>
        <a:custGeom>
          <a:avLst/>
          <a:gdLst/>
          <a:ahLst/>
          <a:cxnLst/>
          <a:rect l="0" t="0" r="0" b="0"/>
          <a:pathLst>
            <a:path>
              <a:moveTo>
                <a:pt x="874248" y="0"/>
              </a:moveTo>
              <a:lnTo>
                <a:pt x="874248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A3FA2-5767-4DE4-8D46-39EA6472B9D7}">
      <dsp:nvSpPr>
        <dsp:cNvPr id="0" name=""/>
        <dsp:cNvSpPr/>
      </dsp:nvSpPr>
      <dsp:spPr>
        <a:xfrm>
          <a:off x="4045678" y="3497464"/>
          <a:ext cx="1092810" cy="151729"/>
        </a:xfrm>
        <a:custGeom>
          <a:avLst/>
          <a:gdLst/>
          <a:ahLst/>
          <a:cxnLst/>
          <a:rect l="0" t="0" r="0" b="0"/>
          <a:pathLst>
            <a:path>
              <a:moveTo>
                <a:pt x="1092810" y="0"/>
              </a:moveTo>
              <a:lnTo>
                <a:pt x="1092810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F77F46-B842-4983-BD33-8200B628E408}">
      <dsp:nvSpPr>
        <dsp:cNvPr id="0" name=""/>
        <dsp:cNvSpPr/>
      </dsp:nvSpPr>
      <dsp:spPr>
        <a:xfrm>
          <a:off x="3190396" y="2984475"/>
          <a:ext cx="1948092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1948092" y="75864"/>
              </a:lnTo>
              <a:lnTo>
                <a:pt x="1948092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AE651D-2645-4325-9559-576B932016DB}">
      <dsp:nvSpPr>
        <dsp:cNvPr id="0" name=""/>
        <dsp:cNvSpPr/>
      </dsp:nvSpPr>
      <dsp:spPr>
        <a:xfrm>
          <a:off x="1827544" y="4010452"/>
          <a:ext cx="108377" cy="332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58"/>
              </a:lnTo>
              <a:lnTo>
                <a:pt x="108377" y="332358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201570-11F2-4C13-9101-BB355A1445F1}">
      <dsp:nvSpPr>
        <dsp:cNvPr id="0" name=""/>
        <dsp:cNvSpPr/>
      </dsp:nvSpPr>
      <dsp:spPr>
        <a:xfrm>
          <a:off x="1242304" y="3497464"/>
          <a:ext cx="874248" cy="151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864"/>
              </a:lnTo>
              <a:lnTo>
                <a:pt x="874248" y="75864"/>
              </a:lnTo>
              <a:lnTo>
                <a:pt x="874248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78C9F4-E6BE-4693-8E6B-D722DBDCFD3B}">
      <dsp:nvSpPr>
        <dsp:cNvPr id="0" name=""/>
        <dsp:cNvSpPr/>
      </dsp:nvSpPr>
      <dsp:spPr>
        <a:xfrm>
          <a:off x="953296" y="4010452"/>
          <a:ext cx="108377" cy="332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58"/>
              </a:lnTo>
              <a:lnTo>
                <a:pt x="108377" y="332358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E8DAC4-A803-4FDE-B6E1-5AE3944F5551}">
      <dsp:nvSpPr>
        <dsp:cNvPr id="0" name=""/>
        <dsp:cNvSpPr/>
      </dsp:nvSpPr>
      <dsp:spPr>
        <a:xfrm>
          <a:off x="1196584" y="3497464"/>
          <a:ext cx="91440" cy="1517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344DAC-2B21-4714-AD02-51AC95AFCD9D}">
      <dsp:nvSpPr>
        <dsp:cNvPr id="0" name=""/>
        <dsp:cNvSpPr/>
      </dsp:nvSpPr>
      <dsp:spPr>
        <a:xfrm>
          <a:off x="368055" y="3497464"/>
          <a:ext cx="874248" cy="151729"/>
        </a:xfrm>
        <a:custGeom>
          <a:avLst/>
          <a:gdLst/>
          <a:ahLst/>
          <a:cxnLst/>
          <a:rect l="0" t="0" r="0" b="0"/>
          <a:pathLst>
            <a:path>
              <a:moveTo>
                <a:pt x="874248" y="0"/>
              </a:moveTo>
              <a:lnTo>
                <a:pt x="874248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87FC92-32D4-49E3-82E6-D29FE926D094}">
      <dsp:nvSpPr>
        <dsp:cNvPr id="0" name=""/>
        <dsp:cNvSpPr/>
      </dsp:nvSpPr>
      <dsp:spPr>
        <a:xfrm>
          <a:off x="1242304" y="2984475"/>
          <a:ext cx="1948092" cy="151729"/>
        </a:xfrm>
        <a:custGeom>
          <a:avLst/>
          <a:gdLst/>
          <a:ahLst/>
          <a:cxnLst/>
          <a:rect l="0" t="0" r="0" b="0"/>
          <a:pathLst>
            <a:path>
              <a:moveTo>
                <a:pt x="1948092" y="0"/>
              </a:moveTo>
              <a:lnTo>
                <a:pt x="1948092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DAB791-C026-4D95-9764-3D8D604BD910}">
      <dsp:nvSpPr>
        <dsp:cNvPr id="0" name=""/>
        <dsp:cNvSpPr/>
      </dsp:nvSpPr>
      <dsp:spPr>
        <a:xfrm>
          <a:off x="3190396" y="2471486"/>
          <a:ext cx="1957575" cy="151729"/>
        </a:xfrm>
        <a:custGeom>
          <a:avLst/>
          <a:gdLst/>
          <a:ahLst/>
          <a:cxnLst/>
          <a:rect l="0" t="0" r="0" b="0"/>
          <a:pathLst>
            <a:path>
              <a:moveTo>
                <a:pt x="1957575" y="0"/>
              </a:moveTo>
              <a:lnTo>
                <a:pt x="1957575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FDCD49-ACE6-44B4-A845-8DBFE0295648}">
      <dsp:nvSpPr>
        <dsp:cNvPr id="0" name=""/>
        <dsp:cNvSpPr/>
      </dsp:nvSpPr>
      <dsp:spPr>
        <a:xfrm>
          <a:off x="5102252" y="1958498"/>
          <a:ext cx="91440" cy="151729"/>
        </a:xfrm>
        <a:custGeom>
          <a:avLst/>
          <a:gdLst/>
          <a:ahLst/>
          <a:cxnLst/>
          <a:rect l="0" t="0" r="0" b="0"/>
          <a:pathLst>
            <a:path>
              <a:moveTo>
                <a:pt x="83652" y="0"/>
              </a:moveTo>
              <a:lnTo>
                <a:pt x="83652" y="75864"/>
              </a:lnTo>
              <a:lnTo>
                <a:pt x="45720" y="75864"/>
              </a:lnTo>
              <a:lnTo>
                <a:pt x="4572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74CE63-3132-4FCF-B669-1ACC4AD9C683}">
      <dsp:nvSpPr>
        <dsp:cNvPr id="0" name=""/>
        <dsp:cNvSpPr/>
      </dsp:nvSpPr>
      <dsp:spPr>
        <a:xfrm>
          <a:off x="1846510" y="2471486"/>
          <a:ext cx="108377" cy="332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358"/>
              </a:lnTo>
              <a:lnTo>
                <a:pt x="108377" y="332358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1B5B51-4DAF-411D-83D2-8204993136B2}">
      <dsp:nvSpPr>
        <dsp:cNvPr id="0" name=""/>
        <dsp:cNvSpPr/>
      </dsp:nvSpPr>
      <dsp:spPr>
        <a:xfrm>
          <a:off x="2135518" y="1958498"/>
          <a:ext cx="3050385" cy="151729"/>
        </a:xfrm>
        <a:custGeom>
          <a:avLst/>
          <a:gdLst/>
          <a:ahLst/>
          <a:cxnLst/>
          <a:rect l="0" t="0" r="0" b="0"/>
          <a:pathLst>
            <a:path>
              <a:moveTo>
                <a:pt x="3050385" y="0"/>
              </a:moveTo>
              <a:lnTo>
                <a:pt x="3050385" y="75864"/>
              </a:lnTo>
              <a:lnTo>
                <a:pt x="0" y="75864"/>
              </a:lnTo>
              <a:lnTo>
                <a:pt x="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1F02B-C832-439B-A3E8-24E7737E3E59}">
      <dsp:nvSpPr>
        <dsp:cNvPr id="0" name=""/>
        <dsp:cNvSpPr/>
      </dsp:nvSpPr>
      <dsp:spPr>
        <a:xfrm>
          <a:off x="5140184" y="1445509"/>
          <a:ext cx="91440" cy="1517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1729"/>
              </a:lnTo>
            </a:path>
          </a:pathLst>
        </a:custGeom>
        <a:noFill/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9A6876-AD23-42E2-8E15-DD3B65A58A24}">
      <dsp:nvSpPr>
        <dsp:cNvPr id="0" name=""/>
        <dsp:cNvSpPr/>
      </dsp:nvSpPr>
      <dsp:spPr>
        <a:xfrm>
          <a:off x="5140184" y="932520"/>
          <a:ext cx="91440" cy="1517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1729"/>
              </a:lnTo>
            </a:path>
          </a:pathLst>
        </a:custGeom>
        <a:noFill/>
        <a:ln w="254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A8DFD6-54B2-4822-8212-5579A240B03D}">
      <dsp:nvSpPr>
        <dsp:cNvPr id="0" name=""/>
        <dsp:cNvSpPr/>
      </dsp:nvSpPr>
      <dsp:spPr>
        <a:xfrm>
          <a:off x="4824644" y="571261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Check list de </a:t>
          </a:r>
          <a:r>
            <a:rPr lang="en-US" sz="500" b="1" kern="1200" dirty="0" err="1" smtClean="0"/>
            <a:t>encerramento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contratual</a:t>
          </a:r>
          <a:endParaRPr lang="en-US" sz="500" b="1" kern="1200" dirty="0"/>
        </a:p>
      </dsp:txBody>
      <dsp:txXfrm>
        <a:off x="4824644" y="571261"/>
        <a:ext cx="722519" cy="361259"/>
      </dsp:txXfrm>
    </dsp:sp>
    <dsp:sp modelId="{CB42AFC1-7E82-44F7-999E-2EB414472B35}">
      <dsp:nvSpPr>
        <dsp:cNvPr id="0" name=""/>
        <dsp:cNvSpPr/>
      </dsp:nvSpPr>
      <dsp:spPr>
        <a:xfrm>
          <a:off x="4824644" y="1084249"/>
          <a:ext cx="722519" cy="361259"/>
        </a:xfrm>
        <a:prstGeom prst="rect">
          <a:avLst/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Encerramento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Não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Amigável</a:t>
          </a:r>
          <a:endParaRPr lang="en-US" sz="500" b="1" kern="1200" dirty="0"/>
        </a:p>
      </dsp:txBody>
      <dsp:txXfrm>
        <a:off x="4824644" y="1084249"/>
        <a:ext cx="722519" cy="361259"/>
      </dsp:txXfrm>
    </dsp:sp>
    <dsp:sp modelId="{551C0E05-83F8-41EF-8082-FB7987384416}">
      <dsp:nvSpPr>
        <dsp:cNvPr id="0" name=""/>
        <dsp:cNvSpPr/>
      </dsp:nvSpPr>
      <dsp:spPr>
        <a:xfrm>
          <a:off x="4824644" y="1597238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Notificação</a:t>
          </a:r>
          <a:r>
            <a:rPr lang="en-US" sz="500" b="1" kern="1200" dirty="0" smtClean="0"/>
            <a:t> extrajudicial (Monsanto/</a:t>
          </a:r>
          <a:r>
            <a:rPr lang="en-US" sz="500" b="1" kern="1200" dirty="0" err="1" smtClean="0"/>
            <a:t>Cooperante</a:t>
          </a:r>
          <a:r>
            <a:rPr lang="en-US" sz="500" b="1" kern="1200" dirty="0" smtClean="0"/>
            <a:t>)</a:t>
          </a:r>
          <a:endParaRPr lang="en-US" sz="500" b="1" kern="1200" dirty="0"/>
        </a:p>
      </dsp:txBody>
      <dsp:txXfrm>
        <a:off x="4824644" y="1597238"/>
        <a:ext cx="722519" cy="361259"/>
      </dsp:txXfrm>
    </dsp:sp>
    <dsp:sp modelId="{6165F846-E1BE-4FFF-8C5C-6A81A57D04DB}">
      <dsp:nvSpPr>
        <dsp:cNvPr id="0" name=""/>
        <dsp:cNvSpPr/>
      </dsp:nvSpPr>
      <dsp:spPr>
        <a:xfrm>
          <a:off x="1774258" y="2110227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Distrato</a:t>
          </a:r>
          <a:endParaRPr lang="en-US" sz="500" b="1" kern="1200" dirty="0"/>
        </a:p>
      </dsp:txBody>
      <dsp:txXfrm>
        <a:off x="1774258" y="2110227"/>
        <a:ext cx="722519" cy="361259"/>
      </dsp:txXfrm>
    </dsp:sp>
    <dsp:sp modelId="{DB6EB793-2871-4637-A8CA-2410DF35C28B}">
      <dsp:nvSpPr>
        <dsp:cNvPr id="0" name=""/>
        <dsp:cNvSpPr/>
      </dsp:nvSpPr>
      <dsp:spPr>
        <a:xfrm>
          <a:off x="1954888" y="2623215"/>
          <a:ext cx="722519" cy="361259"/>
        </a:xfrm>
        <a:prstGeom prst="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Seguir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mapa</a:t>
          </a:r>
          <a:r>
            <a:rPr lang="en-US" sz="500" b="1" kern="1200" dirty="0" smtClean="0"/>
            <a:t> de </a:t>
          </a:r>
          <a:r>
            <a:rPr lang="en-US" sz="500" b="1" kern="1200" dirty="0" err="1" smtClean="0"/>
            <a:t>encerramento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contratual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amigável</a:t>
          </a:r>
          <a:endParaRPr lang="en-US" sz="500" b="1" kern="1200" dirty="0"/>
        </a:p>
      </dsp:txBody>
      <dsp:txXfrm>
        <a:off x="1954888" y="2623215"/>
        <a:ext cx="722519" cy="361259"/>
      </dsp:txXfrm>
    </dsp:sp>
    <dsp:sp modelId="{0F0420FE-E6A0-4355-8965-A0952EBCB0F2}">
      <dsp:nvSpPr>
        <dsp:cNvPr id="0" name=""/>
        <dsp:cNvSpPr/>
      </dsp:nvSpPr>
      <dsp:spPr>
        <a:xfrm>
          <a:off x="4786712" y="2110227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Denúncia</a:t>
          </a:r>
          <a:r>
            <a:rPr lang="en-US" sz="500" b="1" kern="1200" dirty="0" smtClean="0"/>
            <a:t> Unilateral (Monsanto/</a:t>
          </a:r>
          <a:r>
            <a:rPr lang="en-US" sz="500" b="1" kern="1200" dirty="0" err="1" smtClean="0"/>
            <a:t>Cooperante</a:t>
          </a:r>
          <a:r>
            <a:rPr lang="en-US" sz="500" b="1" kern="1200" dirty="0" smtClean="0"/>
            <a:t>)</a:t>
          </a:r>
          <a:endParaRPr lang="en-US" sz="500" b="1" kern="1200" dirty="0"/>
        </a:p>
      </dsp:txBody>
      <dsp:txXfrm>
        <a:off x="4786712" y="2110227"/>
        <a:ext cx="722519" cy="361259"/>
      </dsp:txXfrm>
    </dsp:sp>
    <dsp:sp modelId="{79FC172D-B7FA-4A5B-BE3D-1DD29DDF0C65}">
      <dsp:nvSpPr>
        <dsp:cNvPr id="0" name=""/>
        <dsp:cNvSpPr/>
      </dsp:nvSpPr>
      <dsp:spPr>
        <a:xfrm>
          <a:off x="2829137" y="2623215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Com </a:t>
          </a:r>
          <a:r>
            <a:rPr lang="en-US" sz="500" b="1" kern="1200" dirty="0" err="1" smtClean="0"/>
            <a:t>Plantio</a:t>
          </a:r>
          <a:endParaRPr lang="en-US" sz="500" b="1" kern="1200" dirty="0"/>
        </a:p>
      </dsp:txBody>
      <dsp:txXfrm>
        <a:off x="2829137" y="2623215"/>
        <a:ext cx="722519" cy="361259"/>
      </dsp:txXfrm>
    </dsp:sp>
    <dsp:sp modelId="{E4ECF677-AE9A-4D27-A095-90F4C088B74C}">
      <dsp:nvSpPr>
        <dsp:cNvPr id="0" name=""/>
        <dsp:cNvSpPr/>
      </dsp:nvSpPr>
      <dsp:spPr>
        <a:xfrm>
          <a:off x="881044" y="3136204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Plantio</a:t>
          </a:r>
          <a:r>
            <a:rPr lang="en-US" sz="500" b="1" kern="1200" dirty="0" smtClean="0"/>
            <a:t> Integral</a:t>
          </a:r>
          <a:endParaRPr lang="en-US" sz="500" b="1" kern="1200" dirty="0"/>
        </a:p>
      </dsp:txBody>
      <dsp:txXfrm>
        <a:off x="881044" y="3136204"/>
        <a:ext cx="722519" cy="361259"/>
      </dsp:txXfrm>
    </dsp:sp>
    <dsp:sp modelId="{9C51AF24-6AFE-4648-8131-C67B048B0E28}">
      <dsp:nvSpPr>
        <dsp:cNvPr id="0" name=""/>
        <dsp:cNvSpPr/>
      </dsp:nvSpPr>
      <dsp:spPr>
        <a:xfrm>
          <a:off x="6796" y="3649193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Cooperante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Vende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para</a:t>
          </a:r>
          <a:r>
            <a:rPr lang="en-US" sz="500" b="1" kern="1200" dirty="0" smtClean="0"/>
            <a:t> Monsanto</a:t>
          </a:r>
          <a:endParaRPr lang="en-US" sz="500" b="1" kern="1200" dirty="0"/>
        </a:p>
      </dsp:txBody>
      <dsp:txXfrm>
        <a:off x="6796" y="3649193"/>
        <a:ext cx="722519" cy="361259"/>
      </dsp:txXfrm>
    </dsp:sp>
    <dsp:sp modelId="{A9C62508-CFF5-4A93-9B69-E20F281D92C2}">
      <dsp:nvSpPr>
        <dsp:cNvPr id="0" name=""/>
        <dsp:cNvSpPr/>
      </dsp:nvSpPr>
      <dsp:spPr>
        <a:xfrm>
          <a:off x="881044" y="3649193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Cooperante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Descarta</a:t>
          </a:r>
          <a:r>
            <a:rPr lang="en-US" sz="500" b="1" kern="1200" dirty="0" smtClean="0"/>
            <a:t> (</a:t>
          </a:r>
          <a:r>
            <a:rPr lang="en-US" sz="500" b="1" kern="1200" dirty="0" err="1" smtClean="0"/>
            <a:t>formas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admitidas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na</a:t>
          </a:r>
          <a:r>
            <a:rPr lang="en-US" sz="500" b="1" kern="1200" dirty="0" smtClean="0"/>
            <a:t> Monsanto)</a:t>
          </a:r>
          <a:endParaRPr lang="en-US" sz="500" b="1" kern="1200" dirty="0"/>
        </a:p>
      </dsp:txBody>
      <dsp:txXfrm>
        <a:off x="881044" y="3649193"/>
        <a:ext cx="722519" cy="361259"/>
      </dsp:txXfrm>
    </dsp:sp>
    <dsp:sp modelId="{2BE9278B-A5C3-40B2-8D70-441316BEED7E}">
      <dsp:nvSpPr>
        <dsp:cNvPr id="0" name=""/>
        <dsp:cNvSpPr/>
      </dsp:nvSpPr>
      <dsp:spPr>
        <a:xfrm>
          <a:off x="1061674" y="4162181"/>
          <a:ext cx="722519" cy="361259"/>
        </a:xfrm>
        <a:prstGeom prst="rect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Monsanto </a:t>
          </a:r>
          <a:r>
            <a:rPr lang="en-US" sz="500" b="1" kern="1200" dirty="0" err="1" smtClean="0"/>
            <a:t>precisa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validar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descarte</a:t>
          </a:r>
          <a:endParaRPr lang="en-US" sz="500" b="1" kern="1200" dirty="0"/>
        </a:p>
      </dsp:txBody>
      <dsp:txXfrm>
        <a:off x="1061674" y="4162181"/>
        <a:ext cx="722519" cy="361259"/>
      </dsp:txXfrm>
    </dsp:sp>
    <dsp:sp modelId="{8E587FF5-2FDE-4CAF-A8D2-0F485169D165}">
      <dsp:nvSpPr>
        <dsp:cNvPr id="0" name=""/>
        <dsp:cNvSpPr/>
      </dsp:nvSpPr>
      <dsp:spPr>
        <a:xfrm>
          <a:off x="1755292" y="3649193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Cooperante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Não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Descarta</a:t>
          </a:r>
          <a:endParaRPr lang="en-US" sz="500" b="1" kern="1200" dirty="0"/>
        </a:p>
      </dsp:txBody>
      <dsp:txXfrm>
        <a:off x="1755292" y="3649193"/>
        <a:ext cx="722519" cy="361259"/>
      </dsp:txXfrm>
    </dsp:sp>
    <dsp:sp modelId="{6D6D717D-E892-48A3-BA0B-94D6336BA611}">
      <dsp:nvSpPr>
        <dsp:cNvPr id="0" name=""/>
        <dsp:cNvSpPr/>
      </dsp:nvSpPr>
      <dsp:spPr>
        <a:xfrm>
          <a:off x="1935922" y="4162181"/>
          <a:ext cx="722519" cy="361259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Ação</a:t>
          </a:r>
          <a:r>
            <a:rPr lang="en-US" sz="500" b="1" kern="1200" dirty="0" smtClean="0"/>
            <a:t> judicial </a:t>
          </a:r>
          <a:r>
            <a:rPr lang="en-US" sz="500" b="1" kern="1200" dirty="0" err="1" smtClean="0"/>
            <a:t>para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impedir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Cooperante</a:t>
          </a:r>
          <a:r>
            <a:rPr lang="en-US" sz="500" b="1" kern="1200" dirty="0" smtClean="0"/>
            <a:t> de </a:t>
          </a:r>
          <a:r>
            <a:rPr lang="en-US" sz="500" b="1" kern="1200" dirty="0" err="1" smtClean="0"/>
            <a:t>ficar</a:t>
          </a:r>
          <a:r>
            <a:rPr lang="en-US" sz="500" b="1" kern="1200" dirty="0" smtClean="0"/>
            <a:t> com o material</a:t>
          </a:r>
          <a:endParaRPr lang="en-US" sz="500" b="1" kern="1200" dirty="0"/>
        </a:p>
      </dsp:txBody>
      <dsp:txXfrm>
        <a:off x="1935922" y="4162181"/>
        <a:ext cx="722519" cy="361259"/>
      </dsp:txXfrm>
    </dsp:sp>
    <dsp:sp modelId="{8CF16189-1896-46D2-9112-118D816B05A3}">
      <dsp:nvSpPr>
        <dsp:cNvPr id="0" name=""/>
        <dsp:cNvSpPr/>
      </dsp:nvSpPr>
      <dsp:spPr>
        <a:xfrm>
          <a:off x="4777229" y="3136204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Plantio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Parcial</a:t>
          </a:r>
          <a:endParaRPr lang="en-US" sz="500" b="1" kern="1200" dirty="0"/>
        </a:p>
      </dsp:txBody>
      <dsp:txXfrm>
        <a:off x="4777229" y="3136204"/>
        <a:ext cx="722519" cy="361259"/>
      </dsp:txXfrm>
    </dsp:sp>
    <dsp:sp modelId="{758DF8D5-AFFB-4396-8E7D-FD0B2B45B712}">
      <dsp:nvSpPr>
        <dsp:cNvPr id="0" name=""/>
        <dsp:cNvSpPr/>
      </dsp:nvSpPr>
      <dsp:spPr>
        <a:xfrm>
          <a:off x="3684419" y="3649193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Parte </a:t>
          </a:r>
          <a:r>
            <a:rPr lang="en-US" sz="500" b="1" kern="1200" dirty="0" err="1" smtClean="0"/>
            <a:t>Plantada</a:t>
          </a:r>
          <a:endParaRPr lang="en-US" sz="500" b="1" kern="1200" dirty="0"/>
        </a:p>
      </dsp:txBody>
      <dsp:txXfrm>
        <a:off x="3684419" y="3649193"/>
        <a:ext cx="722519" cy="361259"/>
      </dsp:txXfrm>
    </dsp:sp>
    <dsp:sp modelId="{5E28DC6B-9238-47D8-B54E-F55A4BF7BBD7}">
      <dsp:nvSpPr>
        <dsp:cNvPr id="0" name=""/>
        <dsp:cNvSpPr/>
      </dsp:nvSpPr>
      <dsp:spPr>
        <a:xfrm>
          <a:off x="2810170" y="4162181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Cooperante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Vende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para</a:t>
          </a:r>
          <a:r>
            <a:rPr lang="en-US" sz="500" b="1" kern="1200" dirty="0" smtClean="0"/>
            <a:t> Monsanto</a:t>
          </a:r>
          <a:endParaRPr lang="en-US" sz="500" b="1" kern="1200" dirty="0"/>
        </a:p>
      </dsp:txBody>
      <dsp:txXfrm>
        <a:off x="2810170" y="4162181"/>
        <a:ext cx="722519" cy="361259"/>
      </dsp:txXfrm>
    </dsp:sp>
    <dsp:sp modelId="{11BC59F4-07BA-4111-BC9B-80CF684117D9}">
      <dsp:nvSpPr>
        <dsp:cNvPr id="0" name=""/>
        <dsp:cNvSpPr/>
      </dsp:nvSpPr>
      <dsp:spPr>
        <a:xfrm>
          <a:off x="3684419" y="4162181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Cooperante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Descarta</a:t>
          </a:r>
          <a:r>
            <a:rPr lang="en-US" sz="500" b="1" kern="1200" dirty="0" smtClean="0"/>
            <a:t> (</a:t>
          </a:r>
          <a:r>
            <a:rPr lang="en-US" sz="500" b="1" kern="1200" dirty="0" err="1" smtClean="0"/>
            <a:t>formas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admitidas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na</a:t>
          </a:r>
          <a:r>
            <a:rPr lang="en-US" sz="500" b="1" kern="1200" dirty="0" smtClean="0"/>
            <a:t> Monsanto)</a:t>
          </a:r>
          <a:endParaRPr lang="en-US" sz="500" b="1" kern="1200" dirty="0"/>
        </a:p>
      </dsp:txBody>
      <dsp:txXfrm>
        <a:off x="3684419" y="4162181"/>
        <a:ext cx="722519" cy="361259"/>
      </dsp:txXfrm>
    </dsp:sp>
    <dsp:sp modelId="{6A7080B9-CA27-499B-B4AD-40841BB79516}">
      <dsp:nvSpPr>
        <dsp:cNvPr id="0" name=""/>
        <dsp:cNvSpPr/>
      </dsp:nvSpPr>
      <dsp:spPr>
        <a:xfrm>
          <a:off x="3865048" y="4675170"/>
          <a:ext cx="722519" cy="361259"/>
        </a:xfrm>
        <a:prstGeom prst="rect">
          <a:avLst/>
        </a:prstGeom>
        <a:gradFill rotWithShape="1">
          <a:gsLst>
            <a:gs pos="0">
              <a:schemeClr val="accent3">
                <a:tint val="50000"/>
                <a:satMod val="300000"/>
              </a:schemeClr>
            </a:gs>
            <a:gs pos="35000">
              <a:schemeClr val="accent3">
                <a:tint val="37000"/>
                <a:satMod val="300000"/>
              </a:schemeClr>
            </a:gs>
            <a:gs pos="100000">
              <a:schemeClr val="accent3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Monsanto </a:t>
          </a:r>
          <a:r>
            <a:rPr lang="en-US" sz="500" b="1" kern="1200" dirty="0" err="1" smtClean="0"/>
            <a:t>precisa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validar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descarte</a:t>
          </a:r>
          <a:endParaRPr lang="en-US" sz="500" b="1" kern="1200" dirty="0"/>
        </a:p>
      </dsp:txBody>
      <dsp:txXfrm>
        <a:off x="3865048" y="4675170"/>
        <a:ext cx="722519" cy="361259"/>
      </dsp:txXfrm>
    </dsp:sp>
    <dsp:sp modelId="{BA7DD77B-8CB9-4B9E-9A8D-77A355B9CF45}">
      <dsp:nvSpPr>
        <dsp:cNvPr id="0" name=""/>
        <dsp:cNvSpPr/>
      </dsp:nvSpPr>
      <dsp:spPr>
        <a:xfrm>
          <a:off x="4558667" y="4162181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Cooperante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não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Descarta</a:t>
          </a:r>
          <a:endParaRPr lang="en-US" sz="500" b="1" kern="1200" dirty="0"/>
        </a:p>
      </dsp:txBody>
      <dsp:txXfrm>
        <a:off x="4558667" y="4162181"/>
        <a:ext cx="722519" cy="361259"/>
      </dsp:txXfrm>
    </dsp:sp>
    <dsp:sp modelId="{D17725E8-9C12-41A1-A2C9-FD4A8D671B67}">
      <dsp:nvSpPr>
        <dsp:cNvPr id="0" name=""/>
        <dsp:cNvSpPr/>
      </dsp:nvSpPr>
      <dsp:spPr>
        <a:xfrm>
          <a:off x="4739297" y="4675170"/>
          <a:ext cx="722519" cy="361259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Ação</a:t>
          </a:r>
          <a:r>
            <a:rPr lang="en-US" sz="500" b="1" kern="1200" dirty="0" smtClean="0"/>
            <a:t> judicial </a:t>
          </a:r>
          <a:r>
            <a:rPr lang="en-US" sz="500" b="1" kern="1200" dirty="0" err="1" smtClean="0"/>
            <a:t>para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impedir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Cooperante</a:t>
          </a:r>
          <a:r>
            <a:rPr lang="en-US" sz="500" b="1" kern="1200" dirty="0" smtClean="0"/>
            <a:t> de </a:t>
          </a:r>
          <a:r>
            <a:rPr lang="en-US" sz="500" b="1" kern="1200" dirty="0" err="1" smtClean="0"/>
            <a:t>ficar</a:t>
          </a:r>
          <a:r>
            <a:rPr lang="en-US" sz="500" b="1" kern="1200" dirty="0" smtClean="0"/>
            <a:t> com o material</a:t>
          </a:r>
          <a:endParaRPr lang="en-US" sz="500" b="1" kern="1200" dirty="0"/>
        </a:p>
      </dsp:txBody>
      <dsp:txXfrm>
        <a:off x="4739297" y="4675170"/>
        <a:ext cx="722519" cy="361259"/>
      </dsp:txXfrm>
    </dsp:sp>
    <dsp:sp modelId="{DCB159AA-E31C-4D59-BC83-3848CFE0B6AA}">
      <dsp:nvSpPr>
        <dsp:cNvPr id="0" name=""/>
        <dsp:cNvSpPr/>
      </dsp:nvSpPr>
      <dsp:spPr>
        <a:xfrm>
          <a:off x="5870039" y="3649193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Parte </a:t>
          </a:r>
          <a:r>
            <a:rPr lang="en-US" sz="500" b="1" kern="1200" dirty="0" err="1" smtClean="0"/>
            <a:t>Não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Plantada</a:t>
          </a:r>
          <a:endParaRPr lang="en-US" sz="500" b="1" kern="1200" dirty="0"/>
        </a:p>
      </dsp:txBody>
      <dsp:txXfrm>
        <a:off x="5870039" y="3649193"/>
        <a:ext cx="722519" cy="361259"/>
      </dsp:txXfrm>
    </dsp:sp>
    <dsp:sp modelId="{85F4337B-2140-41FC-A959-5F917779039C}">
      <dsp:nvSpPr>
        <dsp:cNvPr id="0" name=""/>
        <dsp:cNvSpPr/>
      </dsp:nvSpPr>
      <dsp:spPr>
        <a:xfrm>
          <a:off x="5432915" y="4162181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Material </a:t>
          </a:r>
          <a:r>
            <a:rPr lang="en-US" sz="500" b="1" kern="1200" dirty="0" err="1" smtClean="0"/>
            <a:t>Não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Entregue</a:t>
          </a:r>
          <a:endParaRPr lang="en-US" sz="500" b="1" kern="1200" dirty="0"/>
        </a:p>
      </dsp:txBody>
      <dsp:txXfrm>
        <a:off x="5432915" y="4162181"/>
        <a:ext cx="722519" cy="361259"/>
      </dsp:txXfrm>
    </dsp:sp>
    <dsp:sp modelId="{E2B854A1-732A-47B5-AB14-D32EB319AA6F}">
      <dsp:nvSpPr>
        <dsp:cNvPr id="0" name=""/>
        <dsp:cNvSpPr/>
      </dsp:nvSpPr>
      <dsp:spPr>
        <a:xfrm>
          <a:off x="6307163" y="4162181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Material </a:t>
          </a:r>
          <a:r>
            <a:rPr lang="en-US" sz="500" b="1" kern="1200" dirty="0" err="1" smtClean="0"/>
            <a:t>Entregue</a:t>
          </a:r>
          <a:endParaRPr lang="en-US" sz="500" b="1" kern="1200" dirty="0"/>
        </a:p>
      </dsp:txBody>
      <dsp:txXfrm>
        <a:off x="6307163" y="4162181"/>
        <a:ext cx="722519" cy="361259"/>
      </dsp:txXfrm>
    </dsp:sp>
    <dsp:sp modelId="{B987A7FC-AB55-43B4-8AA7-7D4422ABAC41}">
      <dsp:nvSpPr>
        <dsp:cNvPr id="0" name=""/>
        <dsp:cNvSpPr/>
      </dsp:nvSpPr>
      <dsp:spPr>
        <a:xfrm>
          <a:off x="5870039" y="4675170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Material </a:t>
          </a:r>
          <a:r>
            <a:rPr lang="en-US" sz="500" b="1" kern="1200" dirty="0" err="1" smtClean="0"/>
            <a:t>Devolvido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pelo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Cooperante</a:t>
          </a:r>
          <a:endParaRPr lang="en-US" sz="500" b="1" kern="1200" dirty="0"/>
        </a:p>
      </dsp:txBody>
      <dsp:txXfrm>
        <a:off x="5870039" y="4675170"/>
        <a:ext cx="722519" cy="361259"/>
      </dsp:txXfrm>
    </dsp:sp>
    <dsp:sp modelId="{80864FB1-E479-44B9-927C-78DEC5B7C8BD}">
      <dsp:nvSpPr>
        <dsp:cNvPr id="0" name=""/>
        <dsp:cNvSpPr/>
      </dsp:nvSpPr>
      <dsp:spPr>
        <a:xfrm>
          <a:off x="6744288" y="4675170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Material </a:t>
          </a:r>
          <a:r>
            <a:rPr lang="en-US" sz="500" b="1" kern="1200" dirty="0" err="1" smtClean="0"/>
            <a:t>Não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Devolvido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pelo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Cooperante</a:t>
          </a:r>
          <a:endParaRPr lang="en-US" sz="500" b="1" kern="1200" dirty="0"/>
        </a:p>
      </dsp:txBody>
      <dsp:txXfrm>
        <a:off x="6744288" y="4675170"/>
        <a:ext cx="722519" cy="361259"/>
      </dsp:txXfrm>
    </dsp:sp>
    <dsp:sp modelId="{DAEB680B-A056-440B-B3FA-F1D80C0CC3DC}">
      <dsp:nvSpPr>
        <dsp:cNvPr id="0" name=""/>
        <dsp:cNvSpPr/>
      </dsp:nvSpPr>
      <dsp:spPr>
        <a:xfrm>
          <a:off x="6924917" y="5188159"/>
          <a:ext cx="722519" cy="361259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Acão</a:t>
          </a:r>
          <a:r>
            <a:rPr lang="en-US" sz="500" b="1" kern="1200" dirty="0" smtClean="0"/>
            <a:t> judicial </a:t>
          </a:r>
          <a:r>
            <a:rPr lang="en-US" sz="500" b="1" kern="1200" dirty="0" err="1" smtClean="0"/>
            <a:t>para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retomada</a:t>
          </a:r>
          <a:r>
            <a:rPr lang="en-US" sz="500" b="1" kern="1200" dirty="0" smtClean="0"/>
            <a:t> do material</a:t>
          </a:r>
          <a:endParaRPr lang="en-US" sz="500" b="1" kern="1200" dirty="0"/>
        </a:p>
      </dsp:txBody>
      <dsp:txXfrm>
        <a:off x="6924917" y="5188159"/>
        <a:ext cx="722519" cy="361259"/>
      </dsp:txXfrm>
    </dsp:sp>
    <dsp:sp modelId="{EDBC256A-8000-43E4-A0B6-81DDE8FA9D7A}">
      <dsp:nvSpPr>
        <dsp:cNvPr id="0" name=""/>
        <dsp:cNvSpPr/>
      </dsp:nvSpPr>
      <dsp:spPr>
        <a:xfrm>
          <a:off x="6744288" y="2623215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Sem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Plantio</a:t>
          </a:r>
          <a:endParaRPr lang="en-US" sz="500" b="1" kern="1200" dirty="0"/>
        </a:p>
      </dsp:txBody>
      <dsp:txXfrm>
        <a:off x="6744288" y="2623215"/>
        <a:ext cx="722519" cy="361259"/>
      </dsp:txXfrm>
    </dsp:sp>
    <dsp:sp modelId="{FA088430-B1E8-48A5-A98E-4CEFCA4676CF}">
      <dsp:nvSpPr>
        <dsp:cNvPr id="0" name=""/>
        <dsp:cNvSpPr/>
      </dsp:nvSpPr>
      <dsp:spPr>
        <a:xfrm>
          <a:off x="6307163" y="3136204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Material </a:t>
          </a:r>
          <a:r>
            <a:rPr lang="en-US" sz="500" b="1" kern="1200" dirty="0" err="1" smtClean="0"/>
            <a:t>Não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Entregue</a:t>
          </a:r>
          <a:endParaRPr lang="en-US" sz="500" b="1" kern="1200" dirty="0"/>
        </a:p>
      </dsp:txBody>
      <dsp:txXfrm>
        <a:off x="6307163" y="3136204"/>
        <a:ext cx="722519" cy="361259"/>
      </dsp:txXfrm>
    </dsp:sp>
    <dsp:sp modelId="{A285251E-F6ED-4B62-834D-40223FD11BF7}">
      <dsp:nvSpPr>
        <dsp:cNvPr id="0" name=""/>
        <dsp:cNvSpPr/>
      </dsp:nvSpPr>
      <dsp:spPr>
        <a:xfrm>
          <a:off x="7181412" y="3136204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Material </a:t>
          </a:r>
          <a:r>
            <a:rPr lang="en-US" sz="500" b="1" kern="1200" dirty="0" err="1" smtClean="0"/>
            <a:t>Entregue</a:t>
          </a:r>
          <a:endParaRPr lang="en-US" sz="500" b="1" kern="1200" dirty="0"/>
        </a:p>
      </dsp:txBody>
      <dsp:txXfrm>
        <a:off x="7181412" y="3136204"/>
        <a:ext cx="722519" cy="361259"/>
      </dsp:txXfrm>
    </dsp:sp>
    <dsp:sp modelId="{5A584D54-BA34-4F37-82BB-EFF47EA47307}">
      <dsp:nvSpPr>
        <dsp:cNvPr id="0" name=""/>
        <dsp:cNvSpPr/>
      </dsp:nvSpPr>
      <dsp:spPr>
        <a:xfrm>
          <a:off x="6744288" y="3649193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Material </a:t>
          </a:r>
          <a:r>
            <a:rPr lang="en-US" sz="500" b="1" kern="1200" dirty="0" err="1" smtClean="0"/>
            <a:t>Devolvido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pelo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Cooperante</a:t>
          </a:r>
          <a:endParaRPr lang="en-US" sz="500" b="1" kern="1200" dirty="0"/>
        </a:p>
      </dsp:txBody>
      <dsp:txXfrm>
        <a:off x="6744288" y="3649193"/>
        <a:ext cx="722519" cy="361259"/>
      </dsp:txXfrm>
    </dsp:sp>
    <dsp:sp modelId="{815B0A8D-E4F3-4100-8BB5-8549809ECD99}">
      <dsp:nvSpPr>
        <dsp:cNvPr id="0" name=""/>
        <dsp:cNvSpPr/>
      </dsp:nvSpPr>
      <dsp:spPr>
        <a:xfrm>
          <a:off x="7618536" y="3649193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Material </a:t>
          </a:r>
          <a:r>
            <a:rPr lang="en-US" sz="500" b="1" kern="1200" dirty="0" err="1" smtClean="0"/>
            <a:t>Não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Devolvido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pelo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Cooperante</a:t>
          </a:r>
          <a:endParaRPr lang="en-US" sz="500" b="1" kern="1200" dirty="0"/>
        </a:p>
      </dsp:txBody>
      <dsp:txXfrm>
        <a:off x="7618536" y="3649193"/>
        <a:ext cx="722519" cy="361259"/>
      </dsp:txXfrm>
    </dsp:sp>
    <dsp:sp modelId="{4AB3E8FD-C76C-4558-A60D-5EE6966E302F}">
      <dsp:nvSpPr>
        <dsp:cNvPr id="0" name=""/>
        <dsp:cNvSpPr/>
      </dsp:nvSpPr>
      <dsp:spPr>
        <a:xfrm>
          <a:off x="7799166" y="4162181"/>
          <a:ext cx="722519" cy="361259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err="1" smtClean="0"/>
            <a:t>Ação</a:t>
          </a:r>
          <a:r>
            <a:rPr lang="en-US" sz="500" b="1" kern="1200" dirty="0" smtClean="0"/>
            <a:t> judicial </a:t>
          </a:r>
          <a:r>
            <a:rPr lang="en-US" sz="500" b="1" kern="1200" dirty="0" err="1" smtClean="0"/>
            <a:t>para</a:t>
          </a:r>
          <a:r>
            <a:rPr lang="en-US" sz="500" b="1" kern="1200" dirty="0" smtClean="0"/>
            <a:t> </a:t>
          </a:r>
          <a:r>
            <a:rPr lang="en-US" sz="500" b="1" kern="1200" dirty="0" err="1" smtClean="0"/>
            <a:t>retomada</a:t>
          </a:r>
          <a:r>
            <a:rPr lang="en-US" sz="500" b="1" kern="1200" dirty="0" smtClean="0"/>
            <a:t> do material</a:t>
          </a:r>
          <a:endParaRPr lang="en-US" sz="500" b="1" kern="1200" dirty="0"/>
        </a:p>
      </dsp:txBody>
      <dsp:txXfrm>
        <a:off x="7799166" y="4162181"/>
        <a:ext cx="722519" cy="361259"/>
      </dsp:txXfrm>
    </dsp:sp>
    <dsp:sp modelId="{75F6B8EE-B139-4725-866D-1E565C9D64BE}">
      <dsp:nvSpPr>
        <dsp:cNvPr id="0" name=""/>
        <dsp:cNvSpPr/>
      </dsp:nvSpPr>
      <dsp:spPr>
        <a:xfrm>
          <a:off x="7875030" y="2110227"/>
          <a:ext cx="722519" cy="361259"/>
        </a:xfrm>
        <a:prstGeom prst="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Judicial</a:t>
          </a:r>
          <a:endParaRPr lang="en-US" sz="500" b="1" kern="1200" dirty="0"/>
        </a:p>
      </dsp:txBody>
      <dsp:txXfrm>
        <a:off x="7875030" y="2110227"/>
        <a:ext cx="722519" cy="361259"/>
      </dsp:txXfrm>
    </dsp:sp>
    <dsp:sp modelId="{C2DD6D26-5891-40DB-BBEF-F2B8FBE26AB9}">
      <dsp:nvSpPr>
        <dsp:cNvPr id="0" name=""/>
        <dsp:cNvSpPr/>
      </dsp:nvSpPr>
      <dsp:spPr>
        <a:xfrm>
          <a:off x="8055660" y="2623215"/>
          <a:ext cx="722519" cy="361259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Monsanto </a:t>
          </a:r>
          <a:r>
            <a:rPr lang="en-US" sz="500" b="1" kern="1200" dirty="0" err="1" smtClean="0"/>
            <a:t>Autora</a:t>
          </a:r>
          <a:endParaRPr lang="en-US" sz="500" b="1" kern="1200" dirty="0"/>
        </a:p>
      </dsp:txBody>
      <dsp:txXfrm>
        <a:off x="8055660" y="2623215"/>
        <a:ext cx="722519" cy="361259"/>
      </dsp:txXfrm>
    </dsp:sp>
    <dsp:sp modelId="{3B1D42DA-7622-4C57-A2B5-23A8752050F0}">
      <dsp:nvSpPr>
        <dsp:cNvPr id="0" name=""/>
        <dsp:cNvSpPr/>
      </dsp:nvSpPr>
      <dsp:spPr>
        <a:xfrm>
          <a:off x="8055660" y="3136204"/>
          <a:ext cx="722519" cy="361259"/>
        </a:xfrm>
        <a:prstGeom prst="rect">
          <a:avLst/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" b="1" kern="1200" dirty="0" smtClean="0"/>
            <a:t>Monsanto </a:t>
          </a:r>
          <a:r>
            <a:rPr lang="en-US" sz="500" b="1" kern="1200" dirty="0" err="1" smtClean="0"/>
            <a:t>Ré</a:t>
          </a:r>
          <a:endParaRPr lang="en-US" sz="500" b="1" kern="1200" dirty="0"/>
        </a:p>
      </dsp:txBody>
      <dsp:txXfrm>
        <a:off x="8055660" y="3136204"/>
        <a:ext cx="722519" cy="361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070FD-3805-4EB4-8179-371C97FA28D9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9E74F-4252-4F82-BE41-C1844F0CCF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8014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9E74F-4252-4F82-BE41-C1844F0CCF1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24313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/>
        </p:nvGraphicFramePr>
        <p:xfrm>
          <a:off x="1587" y="1588"/>
          <a:ext cx="1587" cy="1587"/>
        </p:xfrm>
        <a:graphic>
          <a:graphicData uri="http://schemas.openxmlformats.org/presentationml/2006/ole">
            <p:oleObj spid="_x0000_s1027" name="think-cell Slide" r:id="rId14" imgW="360" imgH="360" progId="">
              <p:embed/>
            </p:oleObj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E8991-0ED8-41AF-A194-91D4E5C87A66}" type="datetimeFigureOut">
              <a:rPr lang="en-US" smtClean="0"/>
              <a:pPr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4CAF4-C261-46F1-AC77-7B458D63D05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7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oleObject" Target="../embeddings/oleObject2.bin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7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oleObject" Target="../embeddings/oleObject3.bin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/>
          <p:cNvGraphicFramePr/>
          <p:nvPr/>
        </p:nvGraphicFramePr>
        <p:xfrm>
          <a:off x="359024" y="-27384"/>
          <a:ext cx="8784976" cy="6408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56" name="Object 55" hidden="1"/>
          <p:cNvGraphicFramePr>
            <a:graphicFrameLocks noChangeAspect="1"/>
          </p:cNvGraphicFramePr>
          <p:nvPr/>
        </p:nvGraphicFramePr>
        <p:xfrm>
          <a:off x="1587" y="1588"/>
          <a:ext cx="1587" cy="1587"/>
        </p:xfrm>
        <a:graphic>
          <a:graphicData uri="http://schemas.openxmlformats.org/presentationml/2006/ole">
            <p:oleObj spid="_x0000_s83971" name="think-cell Slide" r:id="rId10" imgW="360" imgH="360" progId="">
              <p:embed/>
            </p:oleObj>
          </a:graphicData>
        </a:graphic>
      </p:graphicFrame>
      <p:sp>
        <p:nvSpPr>
          <p:cNvPr id="4" name="Rectangle 3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200" b="1">
              <a:latin typeface="Calibri"/>
              <a:sym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084168" y="188640"/>
            <a:ext cx="2736304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200" dirty="0" err="1" smtClean="0"/>
              <a:t>Aprovação</a:t>
            </a:r>
            <a:r>
              <a:rPr lang="en-US" sz="1200" dirty="0" smtClean="0"/>
              <a:t> de DOA </a:t>
            </a:r>
            <a:r>
              <a:rPr lang="en-US" sz="1200" dirty="0" err="1" smtClean="0"/>
              <a:t>necessária</a:t>
            </a:r>
            <a:endParaRPr lang="en-US" sz="1200" dirty="0"/>
          </a:p>
        </p:txBody>
      </p:sp>
      <p:sp>
        <p:nvSpPr>
          <p:cNvPr id="50" name="Oval 49"/>
          <p:cNvSpPr/>
          <p:nvPr/>
        </p:nvSpPr>
        <p:spPr>
          <a:xfrm>
            <a:off x="2267744" y="5157192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58" name="Rounded Rectangle 57"/>
          <p:cNvSpPr/>
          <p:nvPr/>
        </p:nvSpPr>
        <p:spPr>
          <a:xfrm>
            <a:off x="251520" y="188640"/>
            <a:ext cx="3672408" cy="47667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Mapa</a:t>
            </a:r>
            <a:r>
              <a:rPr lang="en-US" dirty="0" smtClean="0"/>
              <a:t> </a:t>
            </a:r>
            <a:r>
              <a:rPr lang="en-US" dirty="0" err="1" smtClean="0"/>
              <a:t>Encerramento</a:t>
            </a:r>
            <a:r>
              <a:rPr lang="en-US" dirty="0" smtClean="0"/>
              <a:t> </a:t>
            </a:r>
            <a:r>
              <a:rPr lang="en-US" dirty="0" err="1" smtClean="0"/>
              <a:t>Contratual</a:t>
            </a:r>
            <a:r>
              <a:rPr lang="en-US" dirty="0" smtClean="0"/>
              <a:t> </a:t>
            </a:r>
          </a:p>
          <a:p>
            <a:pPr algn="ctr"/>
            <a:r>
              <a:rPr lang="en-US" b="1" dirty="0" err="1" smtClean="0"/>
              <a:t>Amigável</a:t>
            </a:r>
            <a:endParaRPr lang="en-US" b="1" dirty="0" smtClean="0"/>
          </a:p>
        </p:txBody>
      </p:sp>
      <p:sp>
        <p:nvSpPr>
          <p:cNvPr id="59" name="Oval 58"/>
          <p:cNvSpPr/>
          <p:nvPr/>
        </p:nvSpPr>
        <p:spPr>
          <a:xfrm>
            <a:off x="6156176" y="332656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01" name="Oval 100"/>
          <p:cNvSpPr/>
          <p:nvPr/>
        </p:nvSpPr>
        <p:spPr>
          <a:xfrm>
            <a:off x="1547664" y="1772816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02" name="Oval 101"/>
          <p:cNvSpPr/>
          <p:nvPr/>
        </p:nvSpPr>
        <p:spPr>
          <a:xfrm>
            <a:off x="4355976" y="4581128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03" name="Oval 102"/>
          <p:cNvSpPr/>
          <p:nvPr/>
        </p:nvSpPr>
        <p:spPr>
          <a:xfrm>
            <a:off x="6516216" y="5157192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06" name="Oval 105"/>
          <p:cNvSpPr/>
          <p:nvPr/>
        </p:nvSpPr>
        <p:spPr>
          <a:xfrm>
            <a:off x="8567936" y="4581128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07" name="Rectangle 106"/>
          <p:cNvSpPr/>
          <p:nvPr/>
        </p:nvSpPr>
        <p:spPr>
          <a:xfrm>
            <a:off x="6084168" y="764704"/>
            <a:ext cx="2736304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 err="1" smtClean="0"/>
              <a:t>Envolvimento</a:t>
            </a:r>
            <a:r>
              <a:rPr lang="en-US" sz="1200" dirty="0" smtClean="0"/>
              <a:t> do </a:t>
            </a:r>
            <a:r>
              <a:rPr lang="en-US" sz="1200" dirty="0" err="1" smtClean="0"/>
              <a:t>Jurídico</a:t>
            </a:r>
            <a:r>
              <a:rPr lang="en-US" sz="1200" dirty="0" smtClean="0"/>
              <a:t>: </a:t>
            </a:r>
            <a:r>
              <a:rPr lang="en-US" sz="1200" dirty="0" err="1" smtClean="0"/>
              <a:t>para</a:t>
            </a:r>
            <a:r>
              <a:rPr lang="en-US" sz="1200" dirty="0" smtClean="0"/>
              <a:t> </a:t>
            </a:r>
            <a:r>
              <a:rPr lang="en-US" sz="1200" dirty="0" err="1" smtClean="0"/>
              <a:t>todos</a:t>
            </a:r>
            <a:r>
              <a:rPr lang="en-US" sz="1200" dirty="0" smtClean="0"/>
              <a:t> </a:t>
            </a:r>
            <a:r>
              <a:rPr lang="en-US" sz="1200" dirty="0" err="1" smtClean="0"/>
              <a:t>os</a:t>
            </a:r>
            <a:r>
              <a:rPr lang="en-US" sz="1200" dirty="0" smtClean="0"/>
              <a:t> </a:t>
            </a:r>
            <a:r>
              <a:rPr lang="en-US" sz="1200" dirty="0" err="1" smtClean="0"/>
              <a:t>casos</a:t>
            </a:r>
            <a:r>
              <a:rPr lang="en-US" sz="1200" dirty="0" smtClean="0"/>
              <a:t> </a:t>
            </a:r>
            <a:r>
              <a:rPr lang="en-US" sz="1200" dirty="0" err="1" smtClean="0"/>
              <a:t>não</a:t>
            </a:r>
            <a:r>
              <a:rPr lang="en-US" sz="1200" dirty="0" smtClean="0"/>
              <a:t> </a:t>
            </a:r>
            <a:r>
              <a:rPr lang="en-US" sz="1200" dirty="0" err="1" smtClean="0"/>
              <a:t>padrão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Object 55" hidden="1"/>
          <p:cNvGraphicFramePr>
            <a:graphicFrameLocks noChangeAspect="1"/>
          </p:cNvGraphicFramePr>
          <p:nvPr/>
        </p:nvGraphicFramePr>
        <p:xfrm>
          <a:off x="1587" y="1588"/>
          <a:ext cx="1587" cy="1587"/>
        </p:xfrm>
        <a:graphic>
          <a:graphicData uri="http://schemas.openxmlformats.org/presentationml/2006/ole">
            <p:oleObj spid="_x0000_s71683" name="think-cell Slide" r:id="rId4" imgW="360" imgH="360" progId="">
              <p:embed/>
            </p:oleObj>
          </a:graphicData>
        </a:graphic>
      </p:graphicFrame>
      <p:sp>
        <p:nvSpPr>
          <p:cNvPr id="4" name="Rectangle 3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200" b="1">
              <a:latin typeface="Calibri"/>
              <a:sym typeface="Calibri"/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179512" y="116632"/>
          <a:ext cx="8784976" cy="612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51520" y="188640"/>
            <a:ext cx="3672408" cy="47667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Mapa</a:t>
            </a:r>
            <a:r>
              <a:rPr lang="en-US" dirty="0" smtClean="0"/>
              <a:t> </a:t>
            </a:r>
            <a:r>
              <a:rPr lang="en-US" dirty="0" err="1" smtClean="0"/>
              <a:t>Encerramento</a:t>
            </a:r>
            <a:r>
              <a:rPr lang="en-US" dirty="0" smtClean="0"/>
              <a:t> </a:t>
            </a:r>
            <a:r>
              <a:rPr lang="en-US" dirty="0" err="1" smtClean="0"/>
              <a:t>Contratual</a:t>
            </a:r>
            <a:r>
              <a:rPr lang="en-US" dirty="0" smtClean="0"/>
              <a:t> </a:t>
            </a:r>
          </a:p>
          <a:p>
            <a:pPr algn="ctr"/>
            <a:r>
              <a:rPr lang="en-US" b="1" dirty="0" smtClean="0"/>
              <a:t>NÃO</a:t>
            </a:r>
            <a:r>
              <a:rPr lang="en-US" dirty="0" smtClean="0"/>
              <a:t> </a:t>
            </a:r>
            <a:r>
              <a:rPr lang="en-US" b="1" dirty="0" err="1" smtClean="0"/>
              <a:t>Amigável</a:t>
            </a:r>
            <a:endParaRPr lang="en-US" b="1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323528" y="908720"/>
            <a:ext cx="266429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200" dirty="0" err="1" smtClean="0"/>
              <a:t>Aprovação</a:t>
            </a:r>
            <a:r>
              <a:rPr lang="en-US" sz="1200" dirty="0" smtClean="0"/>
              <a:t> de DOA </a:t>
            </a:r>
            <a:r>
              <a:rPr lang="en-US" sz="1200" dirty="0" err="1" smtClean="0"/>
              <a:t>necessária</a:t>
            </a:r>
            <a:endParaRPr lang="en-US" sz="1200" dirty="0"/>
          </a:p>
        </p:txBody>
      </p:sp>
      <p:sp>
        <p:nvSpPr>
          <p:cNvPr id="16" name="Oval 15"/>
          <p:cNvSpPr/>
          <p:nvPr/>
        </p:nvSpPr>
        <p:spPr>
          <a:xfrm>
            <a:off x="395536" y="1052736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7" name="Oval 16"/>
          <p:cNvSpPr/>
          <p:nvPr/>
        </p:nvSpPr>
        <p:spPr>
          <a:xfrm>
            <a:off x="8100392" y="4221088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8" name="Oval 17"/>
          <p:cNvSpPr/>
          <p:nvPr/>
        </p:nvSpPr>
        <p:spPr>
          <a:xfrm>
            <a:off x="7236296" y="5229200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1" name="Oval 10"/>
          <p:cNvSpPr/>
          <p:nvPr/>
        </p:nvSpPr>
        <p:spPr>
          <a:xfrm>
            <a:off x="2267744" y="4149080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2" name="Oval 11"/>
          <p:cNvSpPr/>
          <p:nvPr/>
        </p:nvSpPr>
        <p:spPr>
          <a:xfrm>
            <a:off x="5076056" y="4653136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4" name="Oval 13"/>
          <p:cNvSpPr/>
          <p:nvPr/>
        </p:nvSpPr>
        <p:spPr>
          <a:xfrm>
            <a:off x="8388424" y="2708920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5" name="Oval 14"/>
          <p:cNvSpPr/>
          <p:nvPr/>
        </p:nvSpPr>
        <p:spPr>
          <a:xfrm>
            <a:off x="5724128" y="1628800"/>
            <a:ext cx="576064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smtClean="0"/>
              <a:t>DOA</a:t>
            </a:r>
            <a:endParaRPr lang="en-US" sz="8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652120" y="1772816"/>
            <a:ext cx="1800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*Se </a:t>
            </a:r>
            <a:r>
              <a:rPr lang="en-US" sz="800" dirty="0" err="1" smtClean="0"/>
              <a:t>enviada</a:t>
            </a:r>
            <a:r>
              <a:rPr lang="en-US" sz="800" dirty="0" smtClean="0"/>
              <a:t> </a:t>
            </a:r>
            <a:r>
              <a:rPr lang="en-US" sz="800" dirty="0" err="1" smtClean="0"/>
              <a:t>pela</a:t>
            </a:r>
            <a:r>
              <a:rPr lang="en-US" sz="800" dirty="0" smtClean="0"/>
              <a:t> Monsanto</a:t>
            </a:r>
            <a:endParaRPr lang="en-US" sz="800" dirty="0"/>
          </a:p>
        </p:txBody>
      </p:sp>
      <p:sp>
        <p:nvSpPr>
          <p:cNvPr id="20" name="Rectangle 19"/>
          <p:cNvSpPr/>
          <p:nvPr/>
        </p:nvSpPr>
        <p:spPr>
          <a:xfrm>
            <a:off x="323528" y="1484784"/>
            <a:ext cx="2664296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200" dirty="0" err="1" smtClean="0"/>
              <a:t>Mandatório</a:t>
            </a:r>
            <a:r>
              <a:rPr lang="en-US" sz="1200" dirty="0" smtClean="0"/>
              <a:t> </a:t>
            </a:r>
            <a:r>
              <a:rPr lang="en-US" sz="1200" dirty="0" err="1" smtClean="0"/>
              <a:t>envolvimento</a:t>
            </a:r>
            <a:r>
              <a:rPr lang="en-US" sz="1200" dirty="0" smtClean="0"/>
              <a:t> do </a:t>
            </a:r>
            <a:r>
              <a:rPr lang="en-US" sz="1200" dirty="0" err="1" smtClean="0"/>
              <a:t>Jurídico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236&quot;/&gt;&lt;CPresentation id=&quot;1&quot;&gt;&lt;m_precDefaultNumber/&gt;&lt;m_precDefaultPercent/&gt;&lt;m_precDefaultDate&gt;&lt;m_bNumberIsYear val=&quot;0&quot;/&gt;&lt;m_strFormatTime&gt;%#m/%#d/%Y&lt;/m_strFormatTime&gt;&lt;/m_precDefaultDate&gt;&lt;m_precDefaultYear&gt;&lt;m_bNumberIsYear val=&quot;0&quot;/&gt;&lt;m_strFormatTime&gt;%Y&lt;/m_strFormatTime&gt;&lt;/m_precDefaultYear&gt;&lt;m_precDefaultQuarter&gt;&lt;m_bNumberIsYear val=&quot;0&quot;/&gt;&lt;m_strFormatTime&gt;Q%5&lt;/m_strFormatTime&gt;&lt;/m_precDefaultQuarter&gt;&lt;m_precDefaultMonth&gt;&lt;m_bNumberIsYear val=&quot;0&quot;/&gt;&lt;m_strFormatTime&gt;%1&lt;/m_strFormatTime&gt;&lt;/m_precDefaultMonth&gt;&lt;m_precDefaultWeek&gt;&lt;m_bNumberIsYear val=&quot;0&quot;/&gt;&lt;m_strFormatTime&gt;%d.&lt;/m_strFormatTime&gt;&lt;/m_precDefaultWeek&gt;&lt;m_precDefaultDay&gt;&lt;m_bNumberIsYear val=&quot;0&quot;/&gt;&lt;m_strFormatTime&gt;%#d&lt;/m_strFormatTime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usMgnBqOkCuvBBc.6k.d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usMgnBqOkCuvBBc.6k.d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3555</TotalTime>
  <Words>406</Words>
  <Application>Microsoft Office PowerPoint</Application>
  <PresentationFormat>On-screen Show (4:3)</PresentationFormat>
  <Paragraphs>96</Paragraphs>
  <Slides>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Office Theme</vt:lpstr>
      <vt:lpstr>think-cell Slide</vt:lpstr>
      <vt:lpstr>Slide 1</vt:lpstr>
      <vt:lpstr>Slide 2</vt:lpstr>
    </vt:vector>
  </TitlesOfParts>
  <Company>Monsanto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rcora1</dc:creator>
  <cp:lastModifiedBy>ffbahr</cp:lastModifiedBy>
  <cp:revision>283</cp:revision>
  <dcterms:created xsi:type="dcterms:W3CDTF">2015-12-10T20:25:54Z</dcterms:created>
  <dcterms:modified xsi:type="dcterms:W3CDTF">2016-05-07T00:58:27Z</dcterms:modified>
</cp:coreProperties>
</file>